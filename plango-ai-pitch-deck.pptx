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A0A0A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A0A0A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A0A0A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A0A0A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4864" y="1722195"/>
            <a:ext cx="7856220" cy="751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A0A0A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jpg"/><Relationship Id="rId10" Type="http://schemas.openxmlformats.org/officeDocument/2006/relationships/image" Target="../media/image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8.jp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jpg"/><Relationship Id="rId5" Type="http://schemas.openxmlformats.org/officeDocument/2006/relationships/image" Target="../media/image8.jpg"/><Relationship Id="rId6" Type="http://schemas.openxmlformats.org/officeDocument/2006/relationships/image" Target="../media/image31.png"/><Relationship Id="rId7" Type="http://schemas.openxmlformats.org/officeDocument/2006/relationships/image" Target="../media/image4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23.png"/><Relationship Id="rId5" Type="http://schemas.openxmlformats.org/officeDocument/2006/relationships/image" Target="../media/image36.jpg"/><Relationship Id="rId6" Type="http://schemas.openxmlformats.org/officeDocument/2006/relationships/image" Target="../media/image37.png"/><Relationship Id="rId7" Type="http://schemas.openxmlformats.org/officeDocument/2006/relationships/image" Target="../media/image8.jpg"/><Relationship Id="rId8" Type="http://schemas.openxmlformats.org/officeDocument/2006/relationships/image" Target="../media/image38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5.jpg"/><Relationship Id="rId5" Type="http://schemas.openxmlformats.org/officeDocument/2006/relationships/image" Target="../media/image4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47.jpg"/><Relationship Id="rId4" Type="http://schemas.openxmlformats.org/officeDocument/2006/relationships/image" Target="../media/image48.jpg"/><Relationship Id="rId5" Type="http://schemas.openxmlformats.org/officeDocument/2006/relationships/image" Target="../media/image49.jpg"/><Relationship Id="rId6" Type="http://schemas.openxmlformats.org/officeDocument/2006/relationships/image" Target="../media/image50.jpg"/><Relationship Id="rId7" Type="http://schemas.openxmlformats.org/officeDocument/2006/relationships/image" Target="../media/image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53.jpg"/><Relationship Id="rId6" Type="http://schemas.openxmlformats.org/officeDocument/2006/relationships/image" Target="../media/image5.jpg"/><Relationship Id="rId7" Type="http://schemas.openxmlformats.org/officeDocument/2006/relationships/image" Target="../media/image5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8.jpg"/><Relationship Id="rId4" Type="http://schemas.openxmlformats.org/officeDocument/2006/relationships/image" Target="../media/image56.pn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4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8.jp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5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20.jpg"/><Relationship Id="rId4" Type="http://schemas.openxmlformats.org/officeDocument/2006/relationships/image" Target="../media/image5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jpg"/><Relationship Id="rId6" Type="http://schemas.openxmlformats.org/officeDocument/2006/relationships/image" Target="../media/image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1660" y="1264359"/>
            <a:ext cx="8041640" cy="89840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0430" y="2120354"/>
            <a:ext cx="2214592" cy="1727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0855" y="557574"/>
            <a:ext cx="1335037" cy="2041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33295" y="2061189"/>
            <a:ext cx="2552700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78155" algn="l"/>
                <a:tab pos="1935480" algn="l"/>
              </a:tabLst>
            </a:pPr>
            <a:r>
              <a:rPr dirty="0" sz="1400" spc="-165">
                <a:solidFill>
                  <a:srgbClr val="0C9760"/>
                </a:solidFill>
                <a:latin typeface="Arial MT"/>
                <a:cs typeface="Arial MT"/>
              </a:rPr>
              <a:t>Idle</a:t>
            </a:r>
            <a:r>
              <a:rPr dirty="0" sz="1400" spc="-105">
                <a:solidFill>
                  <a:srgbClr val="0C9760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16976E"/>
                </a:solidFill>
                <a:latin typeface="Arial MT"/>
                <a:cs typeface="Arial MT"/>
              </a:rPr>
              <a:t>b</a:t>
            </a:r>
            <a:r>
              <a:rPr dirty="0" sz="1400">
                <a:solidFill>
                  <a:srgbClr val="16976E"/>
                </a:solidFill>
                <a:latin typeface="Arial MT"/>
                <a:cs typeface="Arial MT"/>
              </a:rPr>
              <a:t>	</a:t>
            </a:r>
            <a:r>
              <a:rPr dirty="0" sz="1400" spc="-85">
                <a:solidFill>
                  <a:srgbClr val="1D9959"/>
                </a:solidFill>
                <a:latin typeface="Arial MT"/>
                <a:cs typeface="Arial MT"/>
              </a:rPr>
              <a:t>a</a:t>
            </a:r>
            <a:r>
              <a:rPr dirty="0" sz="1400" spc="-200">
                <a:solidFill>
                  <a:srgbClr val="1D9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89E7E"/>
                </a:solidFill>
                <a:latin typeface="Arial MT"/>
                <a:cs typeface="Arial MT"/>
              </a:rPr>
              <a:t>p</a:t>
            </a:r>
            <a:r>
              <a:rPr dirty="0" sz="1400">
                <a:solidFill>
                  <a:srgbClr val="499787"/>
                </a:solidFill>
                <a:latin typeface="Arial MT"/>
                <a:cs typeface="Arial MT"/>
              </a:rPr>
              <a:t>p</a:t>
            </a:r>
            <a:r>
              <a:rPr dirty="0" sz="1400" spc="120">
                <a:solidFill>
                  <a:srgbClr val="499787"/>
                </a:solidFill>
                <a:latin typeface="Arial MT"/>
                <a:cs typeface="Arial MT"/>
              </a:rPr>
              <a:t>  </a:t>
            </a:r>
            <a:r>
              <a:rPr dirty="0" sz="1400">
                <a:solidFill>
                  <a:srgbClr val="219A70"/>
                </a:solidFill>
                <a:latin typeface="Arial MT"/>
                <a:cs typeface="Arial MT"/>
              </a:rPr>
              <a:t>+</a:t>
            </a:r>
            <a:r>
              <a:rPr dirty="0" sz="1400" spc="110">
                <a:solidFill>
                  <a:srgbClr val="219A70"/>
                </a:solidFill>
                <a:latin typeface="Arial MT"/>
                <a:cs typeface="Arial MT"/>
              </a:rPr>
              <a:t>  </a:t>
            </a:r>
            <a:r>
              <a:rPr dirty="0" sz="1400" spc="-130">
                <a:solidFill>
                  <a:srgbClr val="289A79"/>
                </a:solidFill>
                <a:latin typeface="Arial MT"/>
                <a:cs typeface="Arial MT"/>
              </a:rPr>
              <a:t>Go</a:t>
            </a:r>
            <a:r>
              <a:rPr dirty="0" sz="1400" spc="-190">
                <a:solidFill>
                  <a:srgbClr val="289A79"/>
                </a:solidFill>
                <a:latin typeface="Arial MT"/>
                <a:cs typeface="Arial MT"/>
              </a:rPr>
              <a:t> </a:t>
            </a:r>
            <a:r>
              <a:rPr dirty="0" sz="1400" spc="-85">
                <a:solidFill>
                  <a:srgbClr val="3FC391"/>
                </a:solidFill>
                <a:latin typeface="Arial MT"/>
                <a:cs typeface="Arial MT"/>
              </a:rPr>
              <a:t>a</a:t>
            </a:r>
            <a:r>
              <a:rPr dirty="0" sz="1400" spc="-215">
                <a:solidFill>
                  <a:srgbClr val="3FC391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2D9069"/>
                </a:solidFill>
                <a:latin typeface="Arial MT"/>
                <a:cs typeface="Arial MT"/>
              </a:rPr>
              <a:t>g</a:t>
            </a:r>
            <a:r>
              <a:rPr dirty="0" sz="1400" spc="50">
                <a:solidFill>
                  <a:srgbClr val="2A9A6E"/>
                </a:solidFill>
                <a:latin typeface="Arial MT"/>
                <a:cs typeface="Arial MT"/>
              </a:rPr>
              <a:t>\</a:t>
            </a:r>
            <a:r>
              <a:rPr dirty="0" sz="1400" spc="135">
                <a:solidFill>
                  <a:srgbClr val="2A9A6E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31B87E"/>
                </a:solidFill>
                <a:latin typeface="Arial MT"/>
                <a:cs typeface="Arial MT"/>
              </a:rPr>
              <a:t>e</a:t>
            </a:r>
            <a:r>
              <a:rPr dirty="0" sz="1400">
                <a:solidFill>
                  <a:srgbClr val="31B87E"/>
                </a:solidFill>
                <a:latin typeface="Arial MT"/>
                <a:cs typeface="Arial MT"/>
              </a:rPr>
              <a:t>	</a:t>
            </a:r>
            <a:r>
              <a:rPr dirty="0" sz="1400" spc="-330">
                <a:solidFill>
                  <a:srgbClr val="2B9E7E"/>
                </a:solidFill>
                <a:latin typeface="Arial MT"/>
                <a:cs typeface="Arial MT"/>
              </a:rPr>
              <a:t>G</a:t>
            </a:r>
            <a:r>
              <a:rPr dirty="0" sz="1400" spc="-210">
                <a:solidFill>
                  <a:srgbClr val="2B9E7E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36B189"/>
                </a:solidFill>
                <a:latin typeface="Arial MT"/>
                <a:cs typeface="Arial MT"/>
              </a:rPr>
              <a:t>em</a:t>
            </a:r>
            <a:r>
              <a:rPr dirty="0" sz="1400" spc="-20">
                <a:solidFill>
                  <a:srgbClr val="2DA185"/>
                </a:solidFill>
                <a:latin typeface="Arial MT"/>
                <a:cs typeface="Arial MT"/>
              </a:rPr>
              <a:t>i</a:t>
            </a:r>
            <a:r>
              <a:rPr dirty="0" sz="1400" spc="25">
                <a:solidFill>
                  <a:srgbClr val="2DA185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1A957C"/>
                </a:solidFill>
                <a:latin typeface="Arial MT"/>
                <a:cs typeface="Arial MT"/>
              </a:rPr>
              <a:t>n</a:t>
            </a:r>
            <a:r>
              <a:rPr dirty="0" sz="1400" spc="-25">
                <a:solidFill>
                  <a:srgbClr val="158C62"/>
                </a:solidFill>
                <a:latin typeface="Arial MT"/>
                <a:cs typeface="Arial MT"/>
              </a:rPr>
              <a:t>i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5309" y="2690097"/>
            <a:ext cx="628650" cy="222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-110">
                <a:solidFill>
                  <a:srgbClr val="38977E"/>
                </a:solidFill>
                <a:latin typeface="Arial MT"/>
                <a:cs typeface="Arial MT"/>
              </a:rPr>
              <a:t>P</a:t>
            </a:r>
            <a:r>
              <a:rPr dirty="0" sz="1250" spc="-165">
                <a:solidFill>
                  <a:srgbClr val="38977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6876E"/>
                </a:solidFill>
                <a:latin typeface="Arial MT"/>
                <a:cs typeface="Arial MT"/>
              </a:rPr>
              <a:t>a</a:t>
            </a:r>
            <a:r>
              <a:rPr dirty="0" sz="1250" spc="-160">
                <a:solidFill>
                  <a:srgbClr val="26876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1AF8E"/>
                </a:solidFill>
                <a:latin typeface="Arial MT"/>
                <a:cs typeface="Arial MT"/>
              </a:rPr>
              <a:t>n</a:t>
            </a:r>
            <a:r>
              <a:rPr dirty="0" sz="1250" spc="-140">
                <a:solidFill>
                  <a:srgbClr val="31AF8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189E6D"/>
                </a:solidFill>
                <a:latin typeface="Arial MT"/>
                <a:cs typeface="Arial MT"/>
              </a:rPr>
              <a:t>t</a:t>
            </a:r>
            <a:r>
              <a:rPr dirty="0" sz="1250" spc="245">
                <a:solidFill>
                  <a:srgbClr val="189E6D"/>
                </a:solidFill>
                <a:latin typeface="Arial MT"/>
                <a:cs typeface="Arial MT"/>
              </a:rPr>
              <a:t> </a:t>
            </a:r>
            <a:r>
              <a:rPr dirty="0" sz="1250" spc="-25">
                <a:solidFill>
                  <a:srgbClr val="2F9E7C"/>
                </a:solidFill>
                <a:latin typeface="Arial MT"/>
                <a:cs typeface="Arial MT"/>
              </a:rPr>
              <a:t>ry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2463" y="2690097"/>
            <a:ext cx="624205" cy="222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>
                <a:solidFill>
                  <a:srgbClr val="57B59A"/>
                </a:solidFill>
                <a:latin typeface="Arial MT"/>
                <a:cs typeface="Arial MT"/>
              </a:rPr>
              <a:t>melt</a:t>
            </a:r>
            <a:r>
              <a:rPr dirty="0" sz="1250" spc="-65">
                <a:solidFill>
                  <a:srgbClr val="57B59A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DA18C"/>
                </a:solidFill>
                <a:latin typeface="Arial MT"/>
                <a:cs typeface="Arial MT"/>
              </a:rPr>
              <a:t>a</a:t>
            </a:r>
            <a:r>
              <a:rPr dirty="0" sz="1250" spc="-60">
                <a:solidFill>
                  <a:srgbClr val="2DA18C"/>
                </a:solidFill>
                <a:latin typeface="Arial MT"/>
                <a:cs typeface="Arial MT"/>
              </a:rPr>
              <a:t> </a:t>
            </a:r>
            <a:r>
              <a:rPr dirty="0" sz="1250" spc="-25">
                <a:solidFill>
                  <a:srgbClr val="2A976D"/>
                </a:solidFill>
                <a:latin typeface="Arial MT"/>
                <a:cs typeface="Arial MT"/>
              </a:rPr>
              <a:t>ry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9457" y="2690097"/>
            <a:ext cx="1532255" cy="222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8920" algn="l"/>
                <a:tab pos="815975" algn="l"/>
              </a:tabLst>
            </a:pPr>
            <a:r>
              <a:rPr dirty="0" sz="1250" spc="50">
                <a:solidFill>
                  <a:srgbClr val="48A785"/>
                </a:solidFill>
                <a:latin typeface="Arial MT"/>
                <a:cs typeface="Arial MT"/>
              </a:rPr>
              <a:t>+</a:t>
            </a:r>
            <a:r>
              <a:rPr dirty="0" sz="1250">
                <a:solidFill>
                  <a:srgbClr val="48A785"/>
                </a:solidFill>
                <a:latin typeface="Arial MT"/>
                <a:cs typeface="Arial MT"/>
              </a:rPr>
              <a:t>	</a:t>
            </a:r>
            <a:r>
              <a:rPr dirty="0" sz="1250">
                <a:solidFill>
                  <a:srgbClr val="26977E"/>
                </a:solidFill>
                <a:latin typeface="Arial MT"/>
                <a:cs typeface="Arial MT"/>
              </a:rPr>
              <a:t>\</a:t>
            </a:r>
            <a:r>
              <a:rPr dirty="0" sz="1250" spc="130">
                <a:solidFill>
                  <a:srgbClr val="26977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169364"/>
                </a:solidFill>
                <a:latin typeface="Arial MT"/>
                <a:cs typeface="Arial MT"/>
              </a:rPr>
              <a:t>i</a:t>
            </a:r>
            <a:r>
              <a:rPr dirty="0" sz="1250" spc="320">
                <a:solidFill>
                  <a:srgbClr val="16936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1A9566"/>
                </a:solidFill>
                <a:latin typeface="Arial MT"/>
                <a:cs typeface="Arial MT"/>
              </a:rPr>
              <a:t>v</a:t>
            </a:r>
            <a:r>
              <a:rPr dirty="0" sz="1250" spc="-140">
                <a:solidFill>
                  <a:srgbClr val="1A9566"/>
                </a:solidFill>
                <a:latin typeface="Arial MT"/>
                <a:cs typeface="Arial MT"/>
              </a:rPr>
              <a:t> </a:t>
            </a:r>
            <a:r>
              <a:rPr dirty="0" sz="1250" spc="20">
                <a:solidFill>
                  <a:srgbClr val="2DB583"/>
                </a:solidFill>
                <a:latin typeface="Arial MT"/>
                <a:cs typeface="Arial MT"/>
              </a:rPr>
              <a:t>e</a:t>
            </a:r>
            <a:r>
              <a:rPr dirty="0" sz="1250">
                <a:solidFill>
                  <a:srgbClr val="2DB583"/>
                </a:solidFill>
                <a:latin typeface="Arial MT"/>
                <a:cs typeface="Arial MT"/>
              </a:rPr>
              <a:t>	</a:t>
            </a:r>
            <a:r>
              <a:rPr dirty="0" sz="1250" spc="-25">
                <a:solidFill>
                  <a:srgbClr val="118A60"/>
                </a:solidFill>
                <a:latin typeface="Arial MT"/>
                <a:cs typeface="Arial MT"/>
              </a:rPr>
              <a:t>c</a:t>
            </a:r>
            <a:r>
              <a:rPr dirty="0" sz="1250" spc="-150">
                <a:solidFill>
                  <a:srgbClr val="118A60"/>
                </a:solidFill>
                <a:latin typeface="Arial MT"/>
                <a:cs typeface="Arial MT"/>
              </a:rPr>
              <a:t> </a:t>
            </a:r>
            <a:r>
              <a:rPr dirty="0" sz="1250" spc="105">
                <a:solidFill>
                  <a:srgbClr val="2A9C7B"/>
                </a:solidFill>
                <a:latin typeface="Arial MT"/>
                <a:cs typeface="Arial MT"/>
              </a:rPr>
              <a:t>a</a:t>
            </a:r>
            <a:r>
              <a:rPr dirty="0" sz="1250" spc="105">
                <a:solidFill>
                  <a:srgbClr val="188C77"/>
                </a:solidFill>
                <a:latin typeface="Arial MT"/>
                <a:cs typeface="Arial MT"/>
              </a:rPr>
              <a:t>n</a:t>
            </a:r>
            <a:r>
              <a:rPr dirty="0" sz="1250" spc="105">
                <a:solidFill>
                  <a:srgbClr val="118E62"/>
                </a:solidFill>
                <a:latin typeface="Arial MT"/>
                <a:cs typeface="Arial MT"/>
              </a:rPr>
              <a:t>I</a:t>
            </a:r>
            <a:r>
              <a:rPr dirty="0" sz="1250" spc="235">
                <a:solidFill>
                  <a:srgbClr val="118E62"/>
                </a:solidFill>
                <a:latin typeface="Arial MT"/>
                <a:cs typeface="Arial MT"/>
              </a:rPr>
              <a:t> </a:t>
            </a:r>
            <a:r>
              <a:rPr dirty="0" sz="1250" spc="70">
                <a:solidFill>
                  <a:srgbClr val="0F8E62"/>
                </a:solidFill>
                <a:latin typeface="Arial MT"/>
                <a:cs typeface="Arial MT"/>
              </a:rPr>
              <a:t>e</a:t>
            </a:r>
            <a:r>
              <a:rPr dirty="0" sz="1250" spc="-160">
                <a:solidFill>
                  <a:srgbClr val="0F8E62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038E6E"/>
                </a:solidFill>
                <a:latin typeface="Arial MT"/>
                <a:cs typeface="Arial MT"/>
              </a:rPr>
              <a:t>x</a:t>
            </a:r>
            <a:r>
              <a:rPr dirty="0" sz="1250" spc="-220">
                <a:solidFill>
                  <a:srgbClr val="038E6E"/>
                </a:solidFill>
                <a:latin typeface="Arial MT"/>
                <a:cs typeface="Arial MT"/>
              </a:rPr>
              <a:t> </a:t>
            </a:r>
            <a:r>
              <a:rPr dirty="0" sz="1250" spc="-50">
                <a:solidFill>
                  <a:srgbClr val="248C69"/>
                </a:solidFill>
                <a:latin typeface="Arial MT"/>
                <a:cs typeface="Arial MT"/>
              </a:rPr>
              <a:t>I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7525" y="3271231"/>
            <a:ext cx="7082155" cy="50069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2790"/>
              </a:lnSpc>
              <a:spcBef>
                <a:spcPts val="110"/>
              </a:spcBef>
            </a:pPr>
            <a:r>
              <a:rPr dirty="0" sz="12100" spc="-375">
                <a:solidFill>
                  <a:srgbClr val="181818"/>
                </a:solidFill>
                <a:latin typeface="Cambria"/>
                <a:cs typeface="Cambria"/>
              </a:rPr>
              <a:t>plango</a:t>
            </a:r>
            <a:endParaRPr sz="12100">
              <a:latin typeface="Cambria"/>
              <a:cs typeface="Cambria"/>
            </a:endParaRPr>
          </a:p>
          <a:p>
            <a:pPr marL="62230">
              <a:lnSpc>
                <a:spcPts val="13390"/>
              </a:lnSpc>
            </a:pPr>
            <a:r>
              <a:rPr dirty="0" sz="12600" spc="505">
                <a:solidFill>
                  <a:srgbClr val="0E9C64"/>
                </a:solidFill>
                <a:latin typeface="Cambria"/>
                <a:cs typeface="Cambria"/>
              </a:rPr>
              <a:t>AI</a:t>
            </a:r>
            <a:endParaRPr sz="12600">
              <a:latin typeface="Cambria"/>
              <a:cs typeface="Cambria"/>
            </a:endParaRPr>
          </a:p>
          <a:p>
            <a:pPr marL="50800" marR="5080" indent="3175">
              <a:lnSpc>
                <a:spcPct val="136700"/>
              </a:lnSpc>
              <a:spcBef>
                <a:spcPts val="1710"/>
              </a:spcBef>
            </a:pPr>
            <a:r>
              <a:rPr dirty="0" sz="2300">
                <a:solidFill>
                  <a:srgbClr val="565656"/>
                </a:solidFill>
                <a:latin typeface="Arial MT"/>
                <a:cs typeface="Arial MT"/>
              </a:rPr>
              <a:t>Sri</a:t>
            </a:r>
            <a:r>
              <a:rPr dirty="0" sz="2300" spc="2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D4D4D"/>
                </a:solidFill>
                <a:latin typeface="Arial MT"/>
                <a:cs typeface="Arial MT"/>
              </a:rPr>
              <a:t>Lanka's</a:t>
            </a:r>
            <a:r>
              <a:rPr dirty="0" sz="2300" spc="14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45454"/>
                </a:solidFill>
                <a:latin typeface="Arial MT"/>
                <a:cs typeface="Arial MT"/>
              </a:rPr>
              <a:t>family</a:t>
            </a:r>
            <a:r>
              <a:rPr dirty="0" sz="2300" spc="12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45454"/>
                </a:solidFill>
                <a:latin typeface="Arial MT"/>
                <a:cs typeface="Arial MT"/>
              </a:rPr>
              <a:t>grocery</a:t>
            </a:r>
            <a:r>
              <a:rPr dirty="0" sz="2300" spc="18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45454"/>
                </a:solidFill>
                <a:latin typeface="Arial MT"/>
                <a:cs typeface="Arial MT"/>
              </a:rPr>
              <a:t>assistant</a:t>
            </a:r>
            <a:r>
              <a:rPr dirty="0" sz="2300" spc="17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D5D5D"/>
                </a:solidFill>
                <a:latin typeface="Arial MT"/>
                <a:cs typeface="Arial MT"/>
              </a:rPr>
              <a:t>—</a:t>
            </a:r>
            <a:r>
              <a:rPr dirty="0" sz="2300" spc="2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505050"/>
                </a:solidFill>
                <a:latin typeface="Arial MT"/>
                <a:cs typeface="Arial MT"/>
              </a:rPr>
              <a:t>remembers </a:t>
            </a:r>
            <a:r>
              <a:rPr dirty="0" sz="2300">
                <a:solidFill>
                  <a:srgbClr val="525252"/>
                </a:solidFill>
                <a:latin typeface="Arial MT"/>
                <a:cs typeface="Arial MT"/>
              </a:rPr>
              <a:t>what's</a:t>
            </a:r>
            <a:r>
              <a:rPr dirty="0" sz="2300" spc="15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94949"/>
                </a:solidFill>
                <a:latin typeface="Arial MT"/>
                <a:cs typeface="Arial MT"/>
              </a:rPr>
              <a:t>at</a:t>
            </a:r>
            <a:r>
              <a:rPr dirty="0" sz="2300" spc="5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65656"/>
                </a:solidFill>
                <a:latin typeface="Arial MT"/>
                <a:cs typeface="Arial MT"/>
              </a:rPr>
              <a:t>home,</a:t>
            </a:r>
            <a:r>
              <a:rPr dirty="0" sz="2300" spc="5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25252"/>
                </a:solidFill>
                <a:latin typeface="Arial MT"/>
                <a:cs typeface="Arial MT"/>
              </a:rPr>
              <a:t>respects</a:t>
            </a:r>
            <a:r>
              <a:rPr dirty="0" sz="2300" spc="22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B4B4B"/>
                </a:solidFill>
                <a:latin typeface="Arial MT"/>
                <a:cs typeface="Arial MT"/>
              </a:rPr>
              <a:t>diets,</a:t>
            </a:r>
            <a:r>
              <a:rPr dirty="0" sz="2300" spc="12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05050"/>
                </a:solidFill>
                <a:latin typeface="Arial MT"/>
                <a:cs typeface="Arial MT"/>
              </a:rPr>
              <a:t>compares</a:t>
            </a:r>
            <a:r>
              <a:rPr dirty="0" sz="2300" spc="18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45454"/>
                </a:solidFill>
                <a:latin typeface="Arial MT"/>
                <a:cs typeface="Arial MT"/>
              </a:rPr>
              <a:t>prices,</a:t>
            </a:r>
            <a:r>
              <a:rPr dirty="0" sz="2300" spc="17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4F4F4F"/>
                </a:solidFill>
                <a:latin typeface="Arial MT"/>
                <a:cs typeface="Arial MT"/>
              </a:rPr>
              <a:t>and </a:t>
            </a:r>
            <a:r>
              <a:rPr dirty="0" sz="2300">
                <a:solidFill>
                  <a:srgbClr val="525252"/>
                </a:solidFill>
                <a:latin typeface="Arial MT"/>
                <a:cs typeface="Arial MT"/>
              </a:rPr>
              <a:t>plans</a:t>
            </a:r>
            <a:r>
              <a:rPr dirty="0" sz="2300" spc="11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64646"/>
                </a:solidFill>
                <a:latin typeface="Arial MT"/>
                <a:cs typeface="Arial MT"/>
              </a:rPr>
              <a:t>meals</a:t>
            </a:r>
            <a:r>
              <a:rPr dirty="0" sz="2300" spc="12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D4D4D"/>
                </a:solidFill>
                <a:latin typeface="Arial MT"/>
                <a:cs typeface="Arial MT"/>
              </a:rPr>
              <a:t>around</a:t>
            </a:r>
            <a:r>
              <a:rPr dirty="0" sz="2300" spc="15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25252"/>
                </a:solidFill>
                <a:latin typeface="Arial MT"/>
                <a:cs typeface="Arial MT"/>
              </a:rPr>
              <a:t>weather</a:t>
            </a:r>
            <a:r>
              <a:rPr dirty="0" sz="2300" spc="229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25252"/>
                </a:solidFill>
                <a:latin typeface="Arial MT"/>
                <a:cs typeface="Arial MT"/>
              </a:rPr>
              <a:t>and</a:t>
            </a:r>
            <a:r>
              <a:rPr dirty="0" sz="2300" spc="7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45454"/>
                </a:solidFill>
                <a:latin typeface="Arial MT"/>
                <a:cs typeface="Arial MT"/>
              </a:rPr>
              <a:t>daily</a:t>
            </a:r>
            <a:r>
              <a:rPr dirty="0" sz="2300" spc="3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565656"/>
                </a:solidFill>
                <a:latin typeface="Arial MT"/>
                <a:cs typeface="Arial MT"/>
              </a:rPr>
              <a:t>life.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675640" cy="0"/>
          </a:xfrm>
          <a:custGeom>
            <a:avLst/>
            <a:gdLst/>
            <a:ahLst/>
            <a:cxnLst/>
            <a:rect l="l" t="t" r="r" b="b"/>
            <a:pathLst>
              <a:path w="675639" h="0">
                <a:moveTo>
                  <a:pt x="0" y="0"/>
                </a:moveTo>
                <a:lnTo>
                  <a:pt x="675372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855" y="557574"/>
            <a:ext cx="1335037" cy="2041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86347" y="10429002"/>
            <a:ext cx="486896" cy="4947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9679" y="1400869"/>
            <a:ext cx="243713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9950" algn="l"/>
                <a:tab pos="1310640" algn="l"/>
              </a:tabLst>
            </a:pPr>
            <a:r>
              <a:rPr dirty="0" sz="1550" spc="-120">
                <a:solidFill>
                  <a:srgbClr val="369C8E"/>
                </a:solidFill>
                <a:latin typeface="Cambria"/>
                <a:cs typeface="Cambria"/>
              </a:rPr>
              <a:t>T</a:t>
            </a:r>
            <a:r>
              <a:rPr dirty="0" sz="1550">
                <a:solidFill>
                  <a:srgbClr val="369C8E"/>
                </a:solidFill>
                <a:latin typeface="Cambria"/>
                <a:cs typeface="Cambria"/>
              </a:rPr>
              <a:t> </a:t>
            </a:r>
            <a:r>
              <a:rPr dirty="0" sz="1550" spc="-170">
                <a:solidFill>
                  <a:srgbClr val="119562"/>
                </a:solidFill>
                <a:latin typeface="Cambria"/>
                <a:cs typeface="Cambria"/>
              </a:rPr>
              <a:t>A</a:t>
            </a:r>
            <a:r>
              <a:rPr dirty="0" sz="1550" spc="-55">
                <a:solidFill>
                  <a:srgbClr val="119562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089C66"/>
                </a:solidFill>
                <a:latin typeface="Cambria"/>
                <a:cs typeface="Cambria"/>
              </a:rPr>
              <a:t>B</a:t>
            </a:r>
            <a:r>
              <a:rPr dirty="0" sz="1550" spc="-85">
                <a:solidFill>
                  <a:srgbClr val="089C66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018C64"/>
                </a:solidFill>
                <a:latin typeface="Cambria"/>
                <a:cs typeface="Cambria"/>
              </a:rPr>
              <a:t>L</a:t>
            </a:r>
            <a:r>
              <a:rPr dirty="0" sz="1550" spc="-30">
                <a:solidFill>
                  <a:srgbClr val="018C64"/>
                </a:solidFill>
                <a:latin typeface="Cambria"/>
                <a:cs typeface="Cambria"/>
              </a:rPr>
              <a:t> </a:t>
            </a:r>
            <a:r>
              <a:rPr dirty="0" sz="1550" spc="-50">
                <a:solidFill>
                  <a:srgbClr val="058562"/>
                </a:solidFill>
                <a:latin typeface="Cambria"/>
                <a:cs typeface="Cambria"/>
              </a:rPr>
              <a:t>E</a:t>
            </a:r>
            <a:r>
              <a:rPr dirty="0" sz="1550">
                <a:solidFill>
                  <a:srgbClr val="058562"/>
                </a:solidFill>
                <a:latin typeface="Cambria"/>
                <a:cs typeface="Cambria"/>
              </a:rPr>
              <a:t>	</a:t>
            </a:r>
            <a:r>
              <a:rPr dirty="0" sz="1550" spc="75">
                <a:solidFill>
                  <a:srgbClr val="1F9762"/>
                </a:solidFill>
                <a:latin typeface="Cambria"/>
                <a:cs typeface="Cambria"/>
              </a:rPr>
              <a:t>0</a:t>
            </a:r>
            <a:r>
              <a:rPr dirty="0" sz="1550" spc="-105">
                <a:solidFill>
                  <a:srgbClr val="1F9762"/>
                </a:solidFill>
                <a:latin typeface="Cambria"/>
                <a:cs typeface="Cambria"/>
              </a:rPr>
              <a:t> </a:t>
            </a:r>
            <a:r>
              <a:rPr dirty="0" sz="1550" spc="-50">
                <a:solidFill>
                  <a:srgbClr val="49B190"/>
                </a:solidFill>
                <a:latin typeface="Cambria"/>
                <a:cs typeface="Cambria"/>
              </a:rPr>
              <a:t>F</a:t>
            </a:r>
            <a:r>
              <a:rPr dirty="0" sz="1550">
                <a:solidFill>
                  <a:srgbClr val="49B190"/>
                </a:solidFill>
                <a:latin typeface="Cambria"/>
                <a:cs typeface="Cambria"/>
              </a:rPr>
              <a:t>	</a:t>
            </a:r>
            <a:r>
              <a:rPr dirty="0" sz="1550" spc="-130">
                <a:solidFill>
                  <a:srgbClr val="1FA374"/>
                </a:solidFill>
                <a:latin typeface="Cambria"/>
                <a:cs typeface="Cambria"/>
              </a:rPr>
              <a:t>C</a:t>
            </a:r>
            <a:r>
              <a:rPr dirty="0" sz="1550" spc="-50">
                <a:solidFill>
                  <a:srgbClr val="1FA374"/>
                </a:solidFill>
                <a:latin typeface="Cambria"/>
                <a:cs typeface="Cambria"/>
              </a:rPr>
              <a:t> </a:t>
            </a:r>
            <a:r>
              <a:rPr dirty="0" sz="1550" spc="75">
                <a:solidFill>
                  <a:srgbClr val="1F8C64"/>
                </a:solidFill>
                <a:latin typeface="Cambria"/>
                <a:cs typeface="Cambria"/>
              </a:rPr>
              <a:t>0</a:t>
            </a:r>
            <a:r>
              <a:rPr dirty="0" sz="1550" spc="-100">
                <a:solidFill>
                  <a:srgbClr val="1F8C64"/>
                </a:solidFill>
                <a:latin typeface="Cambria"/>
                <a:cs typeface="Cambria"/>
              </a:rPr>
              <a:t> </a:t>
            </a:r>
            <a:r>
              <a:rPr dirty="0" sz="1550" spc="-265">
                <a:solidFill>
                  <a:srgbClr val="38A18C"/>
                </a:solidFill>
                <a:latin typeface="Cambria"/>
                <a:cs typeface="Cambria"/>
              </a:rPr>
              <a:t>N</a:t>
            </a:r>
            <a:r>
              <a:rPr dirty="0" sz="1550" spc="30">
                <a:solidFill>
                  <a:srgbClr val="38A18C"/>
                </a:solidFill>
                <a:latin typeface="Cambria"/>
                <a:cs typeface="Cambria"/>
              </a:rPr>
              <a:t> </a:t>
            </a:r>
            <a:r>
              <a:rPr dirty="0" sz="1550" spc="-120">
                <a:solidFill>
                  <a:srgbClr val="0A8E66"/>
                </a:solidFill>
                <a:latin typeface="Cambria"/>
                <a:cs typeface="Cambria"/>
              </a:rPr>
              <a:t>T</a:t>
            </a:r>
            <a:r>
              <a:rPr dirty="0" sz="1550" spc="-20">
                <a:solidFill>
                  <a:srgbClr val="0A8E66"/>
                </a:solidFill>
                <a:latin typeface="Cambria"/>
                <a:cs typeface="Cambria"/>
              </a:rPr>
              <a:t> </a:t>
            </a:r>
            <a:r>
              <a:rPr dirty="0" sz="1550" spc="-140">
                <a:solidFill>
                  <a:srgbClr val="01905B"/>
                </a:solidFill>
                <a:latin typeface="Cambria"/>
                <a:cs typeface="Cambria"/>
              </a:rPr>
              <a:t>E</a:t>
            </a:r>
            <a:r>
              <a:rPr dirty="0" sz="1550" spc="20">
                <a:solidFill>
                  <a:srgbClr val="01905B"/>
                </a:solidFill>
                <a:latin typeface="Cambria"/>
                <a:cs typeface="Cambria"/>
              </a:rPr>
              <a:t> </a:t>
            </a:r>
            <a:r>
              <a:rPr dirty="0" sz="1550" spc="-265">
                <a:solidFill>
                  <a:srgbClr val="0C9A72"/>
                </a:solidFill>
                <a:latin typeface="Cambria"/>
                <a:cs typeface="Cambria"/>
              </a:rPr>
              <a:t>N</a:t>
            </a:r>
            <a:r>
              <a:rPr dirty="0" sz="1550" spc="25">
                <a:solidFill>
                  <a:srgbClr val="0C9A72"/>
                </a:solidFill>
                <a:latin typeface="Cambria"/>
                <a:cs typeface="Cambria"/>
              </a:rPr>
              <a:t> </a:t>
            </a:r>
            <a:r>
              <a:rPr dirty="0" sz="1550" spc="-120">
                <a:solidFill>
                  <a:srgbClr val="23907C"/>
                </a:solidFill>
                <a:latin typeface="Cambria"/>
                <a:cs typeface="Cambria"/>
              </a:rPr>
              <a:t>T</a:t>
            </a:r>
            <a:r>
              <a:rPr dirty="0" sz="1550" spc="-10">
                <a:solidFill>
                  <a:srgbClr val="23907C"/>
                </a:solidFill>
                <a:latin typeface="Cambria"/>
                <a:cs typeface="Cambria"/>
              </a:rPr>
              <a:t> </a:t>
            </a:r>
            <a:r>
              <a:rPr dirty="0" sz="1550" spc="10">
                <a:solidFill>
                  <a:srgbClr val="5BAC82"/>
                </a:solidFill>
                <a:latin typeface="Cambria"/>
                <a:cs typeface="Cambria"/>
              </a:rPr>
              <a:t>S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sz="4750" spc="125">
                <a:solidFill>
                  <a:srgbClr val="0F0F0F"/>
                </a:solidFill>
              </a:rPr>
              <a:t>What</a:t>
            </a:r>
            <a:r>
              <a:rPr dirty="0" sz="4750" spc="120">
                <a:solidFill>
                  <a:srgbClr val="0F0F0F"/>
                </a:solidFill>
              </a:rPr>
              <a:t> </a:t>
            </a:r>
            <a:r>
              <a:rPr dirty="0" sz="4750">
                <a:solidFill>
                  <a:srgbClr val="0E0E0E"/>
                </a:solidFill>
              </a:rPr>
              <a:t>we'll</a:t>
            </a:r>
            <a:r>
              <a:rPr dirty="0" sz="4750" spc="75">
                <a:solidFill>
                  <a:srgbClr val="0E0E0E"/>
                </a:solidFill>
              </a:rPr>
              <a:t> </a:t>
            </a:r>
            <a:r>
              <a:rPr dirty="0" sz="4750" spc="-10"/>
              <a:t>cover</a:t>
            </a:r>
            <a:endParaRPr sz="4750"/>
          </a:p>
        </p:txBody>
      </p:sp>
      <p:sp>
        <p:nvSpPr>
          <p:cNvPr id="7" name="object 7"/>
          <p:cNvSpPr txBox="1"/>
          <p:nvPr/>
        </p:nvSpPr>
        <p:spPr>
          <a:xfrm>
            <a:off x="2318964" y="4601688"/>
            <a:ext cx="333819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60">
                <a:solidFill>
                  <a:srgbClr val="0F0F0F"/>
                </a:solidFill>
                <a:latin typeface="Cambria"/>
                <a:cs typeface="Cambria"/>
              </a:rPr>
              <a:t>Problem</a:t>
            </a:r>
            <a:r>
              <a:rPr dirty="0" sz="2200" spc="29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200" spc="90">
                <a:latin typeface="Cambria"/>
                <a:cs typeface="Cambria"/>
              </a:rPr>
              <a:t>&amp;</a:t>
            </a:r>
            <a:r>
              <a:rPr dirty="0" sz="2200" spc="509">
                <a:latin typeface="Cambria"/>
                <a:cs typeface="Cambria"/>
              </a:rPr>
              <a:t> </a:t>
            </a:r>
            <a:r>
              <a:rPr dirty="0" sz="2200">
                <a:solidFill>
                  <a:srgbClr val="131313"/>
                </a:solidFill>
                <a:latin typeface="Cambria"/>
                <a:cs typeface="Cambria"/>
              </a:rPr>
              <a:t>product</a:t>
            </a:r>
            <a:r>
              <a:rPr dirty="0" sz="2200" spc="36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2200" spc="-10">
                <a:solidFill>
                  <a:srgbClr val="080808"/>
                </a:solidFill>
                <a:latin typeface="Cambria"/>
                <a:cs typeface="Cambria"/>
              </a:rPr>
              <a:t>vision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6176" y="6235146"/>
            <a:ext cx="18415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50">
                <a:solidFill>
                  <a:srgbClr val="288C64"/>
                </a:solidFill>
                <a:latin typeface="Cambria"/>
                <a:cs typeface="Cambria"/>
              </a:rPr>
              <a:t>0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6726" y="6235146"/>
            <a:ext cx="376174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solidFill>
                  <a:srgbClr val="131313"/>
                </a:solidFill>
                <a:latin typeface="Cambria"/>
                <a:cs typeface="Cambria"/>
              </a:rPr>
              <a:t>AI</a:t>
            </a:r>
            <a:r>
              <a:rPr dirty="0" sz="2200" spc="125">
                <a:solidFill>
                  <a:srgbClr val="131313"/>
                </a:solidFill>
                <a:latin typeface="Cambria"/>
                <a:cs typeface="Cambria"/>
              </a:rPr>
              <a:t>  </a:t>
            </a:r>
            <a:r>
              <a:rPr dirty="0" sz="2200">
                <a:solidFill>
                  <a:srgbClr val="0A0A0A"/>
                </a:solidFill>
                <a:latin typeface="Cambria"/>
                <a:cs typeface="Cambria"/>
              </a:rPr>
              <a:t>architecture</a:t>
            </a:r>
            <a:r>
              <a:rPr dirty="0" sz="2200" spc="50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dirty="0" sz="2200" spc="60">
                <a:latin typeface="Cambria"/>
                <a:cs typeface="Cambria"/>
              </a:rPr>
              <a:t>&amp;</a:t>
            </a:r>
            <a:r>
              <a:rPr dirty="0" sz="2200" spc="484">
                <a:latin typeface="Cambria"/>
                <a:cs typeface="Cambria"/>
              </a:rPr>
              <a:t> </a:t>
            </a:r>
            <a:r>
              <a:rPr dirty="0" sz="2200" spc="-10">
                <a:solidFill>
                  <a:srgbClr val="0E0E0E"/>
                </a:solidFill>
                <a:latin typeface="Cambria"/>
                <a:cs typeface="Cambria"/>
              </a:rPr>
              <a:t>integration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27087" y="7868604"/>
            <a:ext cx="331089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65">
                <a:solidFill>
                  <a:srgbClr val="0A0A0A"/>
                </a:solidFill>
                <a:latin typeface="Cambria"/>
                <a:cs typeface="Cambria"/>
              </a:rPr>
              <a:t>Optimization</a:t>
            </a:r>
            <a:r>
              <a:rPr dirty="0" sz="2200" spc="265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dirty="0" sz="2200" spc="105">
                <a:latin typeface="Cambria"/>
                <a:cs typeface="Cambria"/>
              </a:rPr>
              <a:t>&amp;</a:t>
            </a:r>
            <a:r>
              <a:rPr dirty="0" sz="2200" spc="38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reliability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87392" y="4585327"/>
            <a:ext cx="313436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>
                <a:solidFill>
                  <a:srgbClr val="070707"/>
                </a:solidFill>
                <a:latin typeface="Times New Roman"/>
                <a:cs typeface="Times New Roman"/>
              </a:rPr>
              <a:t>Solution</a:t>
            </a:r>
            <a:r>
              <a:rPr dirty="0" sz="2300" spc="31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300" spc="50">
                <a:solidFill>
                  <a:srgbClr val="0A0A0A"/>
                </a:solidFill>
                <a:latin typeface="Times New Roman"/>
                <a:cs typeface="Times New Roman"/>
              </a:rPr>
              <a:t>&amp;</a:t>
            </a:r>
            <a:r>
              <a:rPr dirty="0" sz="2300" spc="22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0F0F0F"/>
                </a:solidFill>
                <a:latin typeface="Times New Roman"/>
                <a:cs typeface="Times New Roman"/>
              </a:rPr>
              <a:t>how</a:t>
            </a:r>
            <a:r>
              <a:rPr dirty="0" sz="230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2300" spc="95">
                <a:solidFill>
                  <a:srgbClr val="0F0F0F"/>
                </a:solidFill>
                <a:latin typeface="Times New Roman"/>
                <a:cs typeface="Times New Roman"/>
              </a:rPr>
              <a:t>it's</a:t>
            </a:r>
            <a:r>
              <a:rPr dirty="0" sz="230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2300" spc="40">
                <a:solidFill>
                  <a:srgbClr val="111111"/>
                </a:solidFill>
                <a:latin typeface="Times New Roman"/>
                <a:cs typeface="Times New Roman"/>
              </a:rPr>
              <a:t>built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94698" y="6235146"/>
            <a:ext cx="525272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08330" algn="l"/>
              </a:tabLst>
            </a:pPr>
            <a:r>
              <a:rPr dirty="0" sz="2200" spc="65">
                <a:solidFill>
                  <a:srgbClr val="268E67"/>
                </a:solidFill>
                <a:latin typeface="Cambria"/>
                <a:cs typeface="Cambria"/>
              </a:rPr>
              <a:t>%</a:t>
            </a:r>
            <a:r>
              <a:rPr dirty="0" sz="2200">
                <a:solidFill>
                  <a:srgbClr val="268E67"/>
                </a:solidFill>
                <a:latin typeface="Cambria"/>
                <a:cs typeface="Cambria"/>
              </a:rPr>
              <a:t>	</a:t>
            </a:r>
            <a:r>
              <a:rPr dirty="0" sz="2200">
                <a:solidFill>
                  <a:srgbClr val="0C0C0C"/>
                </a:solidFill>
                <a:latin typeface="Cambria"/>
                <a:cs typeface="Cambria"/>
              </a:rPr>
              <a:t>Software</a:t>
            </a:r>
            <a:r>
              <a:rPr dirty="0" sz="2200" spc="42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2200">
                <a:solidFill>
                  <a:srgbClr val="0C0C0C"/>
                </a:solidFill>
                <a:latin typeface="Cambria"/>
                <a:cs typeface="Cambria"/>
              </a:rPr>
              <a:t>engineering</a:t>
            </a:r>
            <a:r>
              <a:rPr dirty="0" sz="2200" spc="49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&amp;</a:t>
            </a:r>
            <a:r>
              <a:rPr dirty="0" sz="2200" spc="70">
                <a:latin typeface="Cambria"/>
                <a:cs typeface="Cambria"/>
              </a:rPr>
              <a:t>  </a:t>
            </a:r>
            <a:r>
              <a:rPr dirty="0" sz="2200">
                <a:solidFill>
                  <a:srgbClr val="0C0C0C"/>
                </a:solidFill>
                <a:latin typeface="Cambria"/>
                <a:cs typeface="Cambria"/>
              </a:rPr>
              <a:t>code</a:t>
            </a:r>
            <a:r>
              <a:rPr dirty="0" sz="2200" spc="27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2200" spc="-10">
                <a:solidFill>
                  <a:srgbClr val="0F0F0F"/>
                </a:solidFill>
                <a:latin typeface="Cambria"/>
                <a:cs typeface="Cambria"/>
              </a:rPr>
              <a:t>quality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31967" y="7852243"/>
            <a:ext cx="289814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73100" algn="l"/>
              </a:tabLst>
            </a:pPr>
            <a:r>
              <a:rPr dirty="0" sz="2300" spc="-570" i="1">
                <a:solidFill>
                  <a:srgbClr val="BA6950"/>
                </a:solidFill>
                <a:latin typeface="Times New Roman"/>
                <a:cs typeface="Times New Roman"/>
              </a:rPr>
              <a:t>p</a:t>
            </a:r>
            <a:r>
              <a:rPr dirty="0" sz="2300" i="1">
                <a:solidFill>
                  <a:srgbClr val="BA6950"/>
                </a:solidFill>
                <a:latin typeface="Times New Roman"/>
                <a:cs typeface="Times New Roman"/>
              </a:rPr>
              <a:t>	</a:t>
            </a:r>
            <a:r>
              <a:rPr dirty="0" sz="2300">
                <a:solidFill>
                  <a:srgbClr val="0F0F0F"/>
                </a:solidFill>
                <a:latin typeface="Times New Roman"/>
                <a:cs typeface="Times New Roman"/>
              </a:rPr>
              <a:t>Demo</a:t>
            </a:r>
            <a:r>
              <a:rPr dirty="0" sz="230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012128"/>
                </a:solidFill>
                <a:latin typeface="Times New Roman"/>
                <a:cs typeface="Times New Roman"/>
              </a:rPr>
              <a:t>&amp;</a:t>
            </a:r>
            <a:r>
              <a:rPr dirty="0" sz="2300" spc="170">
                <a:solidFill>
                  <a:srgbClr val="012128"/>
                </a:solidFill>
                <a:latin typeface="Times New Roman"/>
                <a:cs typeface="Times New Roman"/>
              </a:rPr>
              <a:t> </a:t>
            </a:r>
            <a:r>
              <a:rPr dirty="0" sz="2300" spc="95">
                <a:solidFill>
                  <a:srgbClr val="070707"/>
                </a:solidFill>
                <a:latin typeface="Times New Roman"/>
                <a:cs typeface="Times New Roman"/>
              </a:rPr>
              <a:t>wrap-</a:t>
            </a:r>
            <a:r>
              <a:rPr dirty="0" sz="2300" spc="75">
                <a:solidFill>
                  <a:srgbClr val="070707"/>
                </a:solidFill>
                <a:latin typeface="Times New Roman"/>
                <a:cs typeface="Times New Roman"/>
              </a:rPr>
              <a:t>up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1398270" cy="0"/>
          </a:xfrm>
          <a:custGeom>
            <a:avLst/>
            <a:gdLst/>
            <a:ahLst/>
            <a:cxnLst/>
            <a:rect l="l" t="t" r="r" b="b"/>
            <a:pathLst>
              <a:path w="1398270" h="0">
                <a:moveTo>
                  <a:pt x="0" y="0"/>
                </a:moveTo>
                <a:lnTo>
                  <a:pt x="1397863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2055" y="10444708"/>
            <a:ext cx="471189" cy="4711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06836" y="473541"/>
            <a:ext cx="13309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0985" indent="-248285">
              <a:lnSpc>
                <a:spcPct val="100000"/>
              </a:lnSpc>
              <a:spcBef>
                <a:spcPts val="125"/>
              </a:spcBef>
              <a:buClr>
                <a:srgbClr val="1F9562"/>
              </a:buClr>
              <a:buChar char="•"/>
              <a:tabLst>
                <a:tab pos="260985" algn="l"/>
              </a:tabLst>
            </a:pPr>
            <a:r>
              <a:rPr dirty="0" sz="1650" spc="-110">
                <a:solidFill>
                  <a:srgbClr val="99ACB5"/>
                </a:solidFill>
                <a:latin typeface="Arial MT"/>
                <a:cs typeface="Arial MT"/>
              </a:rPr>
              <a:t>p</a:t>
            </a:r>
            <a:r>
              <a:rPr dirty="0" sz="1650" spc="-210">
                <a:solidFill>
                  <a:srgbClr val="99ACB5"/>
                </a:solidFill>
                <a:latin typeface="Arial MT"/>
                <a:cs typeface="Arial MT"/>
              </a:rPr>
              <a:t> </a:t>
            </a:r>
            <a:r>
              <a:rPr dirty="0" sz="1650" spc="114">
                <a:solidFill>
                  <a:srgbClr val="595959"/>
                </a:solidFill>
                <a:latin typeface="Arial MT"/>
                <a:cs typeface="Arial MT"/>
              </a:rPr>
              <a:t>tang</a:t>
            </a:r>
            <a:r>
              <a:rPr dirty="0" sz="1650" spc="-2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7E99A0"/>
                </a:solidFill>
                <a:latin typeface="Arial MT"/>
                <a:cs typeface="Arial MT"/>
              </a:rPr>
              <a:t>o</a:t>
            </a:r>
            <a:r>
              <a:rPr dirty="0" sz="1650" spc="70">
                <a:solidFill>
                  <a:srgbClr val="7E99A0"/>
                </a:solidFill>
                <a:latin typeface="Arial MT"/>
                <a:cs typeface="Arial MT"/>
              </a:rPr>
              <a:t>  </a:t>
            </a:r>
            <a:r>
              <a:rPr dirty="0" sz="1650" spc="-45">
                <a:solidFill>
                  <a:srgbClr val="5D5D5D"/>
                </a:solidFill>
                <a:latin typeface="Arial MT"/>
                <a:cs typeface="Arial MT"/>
              </a:rPr>
              <a:t>AI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1212" y="1330990"/>
            <a:ext cx="12894310" cy="113982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  <a:tabLst>
                <a:tab pos="463550" algn="l"/>
                <a:tab pos="751840" algn="l"/>
                <a:tab pos="1899920" algn="l"/>
                <a:tab pos="2197735" algn="l"/>
              </a:tabLst>
            </a:pPr>
            <a:r>
              <a:rPr dirty="0" sz="1800" spc="-150">
                <a:solidFill>
                  <a:srgbClr val="34A87C"/>
                </a:solidFill>
                <a:latin typeface="Arial MT"/>
                <a:cs typeface="Arial MT"/>
              </a:rPr>
              <a:t>8</a:t>
            </a:r>
            <a:r>
              <a:rPr dirty="0" sz="1800" spc="-305">
                <a:solidFill>
                  <a:srgbClr val="34A87C"/>
                </a:solidFill>
                <a:latin typeface="Arial MT"/>
                <a:cs typeface="Arial MT"/>
              </a:rPr>
              <a:t> </a:t>
            </a:r>
            <a:r>
              <a:rPr dirty="0" sz="1800" spc="-60">
                <a:solidFill>
                  <a:srgbClr val="4F7060"/>
                </a:solidFill>
                <a:latin typeface="Arial MT"/>
                <a:cs typeface="Arial MT"/>
              </a:rPr>
              <a:t>1</a:t>
            </a:r>
            <a:r>
              <a:rPr dirty="0" sz="1800">
                <a:solidFill>
                  <a:srgbClr val="4F7060"/>
                </a:solidFill>
                <a:latin typeface="Arial MT"/>
                <a:cs typeface="Arial MT"/>
              </a:rPr>
              <a:t>	</a:t>
            </a:r>
            <a:r>
              <a:rPr dirty="0" sz="1800" spc="-850">
                <a:solidFill>
                  <a:srgbClr val="3B8766"/>
                </a:solidFill>
                <a:latin typeface="Arial MT"/>
                <a:cs typeface="Arial MT"/>
              </a:rPr>
              <a:t>—</a:t>
            </a:r>
            <a:r>
              <a:rPr dirty="0" sz="1800">
                <a:solidFill>
                  <a:srgbClr val="3B8766"/>
                </a:solidFill>
                <a:latin typeface="Arial MT"/>
                <a:cs typeface="Arial MT"/>
              </a:rPr>
              <a:t>	</a:t>
            </a:r>
            <a:r>
              <a:rPr dirty="0" sz="1800" spc="-265">
                <a:solidFill>
                  <a:srgbClr val="24895D"/>
                </a:solidFill>
                <a:latin typeface="Arial MT"/>
                <a:cs typeface="Arial MT"/>
              </a:rPr>
              <a:t>PRO</a:t>
            </a:r>
            <a:r>
              <a:rPr dirty="0" sz="1800" spc="-280">
                <a:solidFill>
                  <a:srgbClr val="24895D"/>
                </a:solidFill>
                <a:latin typeface="Arial MT"/>
                <a:cs typeface="Arial MT"/>
              </a:rPr>
              <a:t> </a:t>
            </a:r>
            <a:r>
              <a:rPr dirty="0" sz="1800" spc="-240">
                <a:solidFill>
                  <a:srgbClr val="44A183"/>
                </a:solidFill>
                <a:latin typeface="Arial MT"/>
                <a:cs typeface="Arial MT"/>
              </a:rPr>
              <a:t>B</a:t>
            </a:r>
            <a:r>
              <a:rPr dirty="0" sz="1800" spc="-229">
                <a:solidFill>
                  <a:srgbClr val="44A183"/>
                </a:solidFill>
                <a:latin typeface="Arial MT"/>
                <a:cs typeface="Arial MT"/>
              </a:rPr>
              <a:t> </a:t>
            </a:r>
            <a:r>
              <a:rPr dirty="0" sz="1800" spc="-180">
                <a:solidFill>
                  <a:srgbClr val="1C9A4F"/>
                </a:solidFill>
                <a:latin typeface="Arial MT"/>
                <a:cs typeface="Arial MT"/>
              </a:rPr>
              <a:t>L</a:t>
            </a:r>
            <a:r>
              <a:rPr dirty="0" sz="1800" spc="-220">
                <a:solidFill>
                  <a:srgbClr val="1C9A4F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1A159"/>
                </a:solidFill>
                <a:latin typeface="Arial MT"/>
                <a:cs typeface="Arial MT"/>
              </a:rPr>
              <a:t>E</a:t>
            </a:r>
            <a:r>
              <a:rPr dirty="0" sz="1800" spc="-25">
                <a:solidFill>
                  <a:srgbClr val="3FA369"/>
                </a:solidFill>
                <a:latin typeface="Arial MT"/>
                <a:cs typeface="Arial MT"/>
              </a:rPr>
              <a:t>H</a:t>
            </a:r>
            <a:r>
              <a:rPr dirty="0" sz="1800">
                <a:solidFill>
                  <a:srgbClr val="3FA369"/>
                </a:solidFill>
                <a:latin typeface="Arial MT"/>
                <a:cs typeface="Arial MT"/>
              </a:rPr>
              <a:t>	</a:t>
            </a:r>
            <a:r>
              <a:rPr dirty="0" sz="1800" spc="-50">
                <a:solidFill>
                  <a:srgbClr val="0E9762"/>
                </a:solidFill>
                <a:latin typeface="Arial MT"/>
                <a:cs typeface="Arial MT"/>
              </a:rPr>
              <a:t>6</a:t>
            </a:r>
            <a:r>
              <a:rPr dirty="0" sz="1800">
                <a:solidFill>
                  <a:srgbClr val="0E9762"/>
                </a:solidFill>
                <a:latin typeface="Arial MT"/>
                <a:cs typeface="Arial MT"/>
              </a:rPr>
              <a:t>	</a:t>
            </a:r>
            <a:r>
              <a:rPr dirty="0" sz="1800" spc="-35">
                <a:solidFill>
                  <a:srgbClr val="269C67"/>
                </a:solidFill>
                <a:latin typeface="Arial MT"/>
                <a:cs typeface="Arial MT"/>
              </a:rPr>
              <a:t>V</a:t>
            </a:r>
            <a:r>
              <a:rPr dirty="0" sz="1800" spc="-35">
                <a:solidFill>
                  <a:srgbClr val="288352"/>
                </a:solidFill>
                <a:latin typeface="Arial MT"/>
                <a:cs typeface="Arial MT"/>
              </a:rPr>
              <a:t>I</a:t>
            </a:r>
            <a:r>
              <a:rPr dirty="0" sz="1800" spc="75">
                <a:solidFill>
                  <a:srgbClr val="288352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3F9069"/>
                </a:solidFill>
                <a:latin typeface="Arial MT"/>
                <a:cs typeface="Arial MT"/>
              </a:rPr>
              <a:t>S</a:t>
            </a:r>
            <a:r>
              <a:rPr dirty="0" sz="1800" spc="-10">
                <a:solidFill>
                  <a:srgbClr val="368C60"/>
                </a:solidFill>
                <a:latin typeface="Arial MT"/>
                <a:cs typeface="Arial MT"/>
              </a:rPr>
              <a:t>10</a:t>
            </a:r>
            <a:r>
              <a:rPr dirty="0" sz="1800" spc="-215">
                <a:solidFill>
                  <a:srgbClr val="368C60"/>
                </a:solidFill>
                <a:latin typeface="Arial MT"/>
                <a:cs typeface="Arial MT"/>
              </a:rPr>
              <a:t> </a:t>
            </a:r>
            <a:r>
              <a:rPr dirty="0" sz="1800" spc="-475">
                <a:solidFill>
                  <a:srgbClr val="059A59"/>
                </a:solidFill>
                <a:latin typeface="Arial MT"/>
                <a:cs typeface="Arial MT"/>
              </a:rPr>
              <a:t>XI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4600">
                <a:solidFill>
                  <a:srgbClr val="0C0C0C"/>
                </a:solidFill>
                <a:latin typeface="Cambria"/>
                <a:cs typeface="Cambria"/>
              </a:rPr>
              <a:t>Family</a:t>
            </a:r>
            <a:r>
              <a:rPr dirty="0" sz="4600" spc="25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4600" spc="-30">
                <a:solidFill>
                  <a:srgbClr val="080808"/>
                </a:solidFill>
                <a:latin typeface="Cambria"/>
                <a:cs typeface="Cambria"/>
              </a:rPr>
              <a:t>grocery</a:t>
            </a:r>
            <a:r>
              <a:rPr dirty="0" sz="4600" spc="24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dirty="0" sz="4600">
                <a:solidFill>
                  <a:srgbClr val="050505"/>
                </a:solidFill>
                <a:latin typeface="Cambria"/>
                <a:cs typeface="Cambria"/>
              </a:rPr>
              <a:t>planning</a:t>
            </a:r>
            <a:r>
              <a:rPr dirty="0" sz="4600" spc="114">
                <a:solidFill>
                  <a:srgbClr val="050505"/>
                </a:solidFill>
                <a:latin typeface="Cambria"/>
                <a:cs typeface="Cambria"/>
              </a:rPr>
              <a:t> </a:t>
            </a:r>
            <a:r>
              <a:rPr dirty="0" sz="4600">
                <a:latin typeface="Cambria"/>
                <a:cs typeface="Cambria"/>
              </a:rPr>
              <a:t>is</a:t>
            </a:r>
            <a:r>
              <a:rPr dirty="0" sz="4600" spc="-145">
                <a:latin typeface="Cambria"/>
                <a:cs typeface="Cambria"/>
              </a:rPr>
              <a:t> </a:t>
            </a:r>
            <a:r>
              <a:rPr dirty="0" sz="4600">
                <a:solidFill>
                  <a:srgbClr val="131313"/>
                </a:solidFill>
                <a:latin typeface="Cambria"/>
                <a:cs typeface="Cambria"/>
              </a:rPr>
              <a:t>harder</a:t>
            </a:r>
            <a:r>
              <a:rPr dirty="0" sz="4600" spc="10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4600">
                <a:solidFill>
                  <a:srgbClr val="111111"/>
                </a:solidFill>
                <a:latin typeface="Cambria"/>
                <a:cs typeface="Cambria"/>
              </a:rPr>
              <a:t>than</a:t>
            </a:r>
            <a:r>
              <a:rPr dirty="0" sz="4600" spc="-1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4600">
                <a:solidFill>
                  <a:srgbClr val="0F0F0F"/>
                </a:solidFill>
                <a:latin typeface="Cambria"/>
                <a:cs typeface="Cambria"/>
              </a:rPr>
              <a:t>it</a:t>
            </a:r>
            <a:r>
              <a:rPr dirty="0" sz="4600" spc="-7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4600">
                <a:solidFill>
                  <a:srgbClr val="0F0F0F"/>
                </a:solidFill>
                <a:latin typeface="Cambria"/>
                <a:cs typeface="Cambria"/>
              </a:rPr>
              <a:t>should</a:t>
            </a:r>
            <a:r>
              <a:rPr dirty="0" sz="4600" spc="8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4600" spc="-25">
                <a:solidFill>
                  <a:srgbClr val="0F0F0F"/>
                </a:solidFill>
                <a:latin typeface="Cambria"/>
                <a:cs typeface="Cambria"/>
              </a:rPr>
              <a:t>be</a:t>
            </a:r>
            <a:endParaRPr sz="4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7223" y="4679565"/>
            <a:ext cx="3952240" cy="1449705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1120140">
              <a:lnSpc>
                <a:spcPct val="100000"/>
              </a:lnSpc>
              <a:spcBef>
                <a:spcPts val="2025"/>
              </a:spcBef>
            </a:pPr>
            <a:r>
              <a:rPr dirty="0" sz="5400" spc="-305">
                <a:solidFill>
                  <a:srgbClr val="E15B3B"/>
                </a:solidFill>
                <a:latin typeface="Arial MT"/>
                <a:cs typeface="Arial MT"/>
              </a:rPr>
              <a:t>=35%</a:t>
            </a:r>
            <a:endParaRPr sz="5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9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70">
                <a:solidFill>
                  <a:srgbClr val="525252"/>
                </a:solidFill>
                <a:latin typeface="Arial MT"/>
                <a:cs typeface="Arial MT"/>
              </a:rPr>
              <a:t>household</a:t>
            </a:r>
            <a:r>
              <a:rPr dirty="0" sz="1800" spc="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800" spc="-80">
                <a:solidFill>
                  <a:srgbClr val="4D4D4D"/>
                </a:solidFill>
                <a:latin typeface="Arial MT"/>
                <a:cs typeface="Arial MT"/>
              </a:rPr>
              <a:t>food</a:t>
            </a:r>
            <a:r>
              <a:rPr dirty="0" sz="1800" spc="-6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800" spc="-75">
                <a:solidFill>
                  <a:srgbClr val="4F4F4F"/>
                </a:solidFill>
                <a:latin typeface="Arial MT"/>
                <a:cs typeface="Arial MT"/>
              </a:rPr>
              <a:t>bought</a:t>
            </a:r>
            <a:r>
              <a:rPr dirty="0" sz="1800" spc="-3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800" spc="-70">
                <a:solidFill>
                  <a:srgbClr val="4B4B4B"/>
                </a:solidFill>
                <a:latin typeface="Arial MT"/>
                <a:cs typeface="Arial MT"/>
              </a:rPr>
              <a:t>ends</a:t>
            </a:r>
            <a:r>
              <a:rPr dirty="0" sz="1800" spc="-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800" spc="-55">
                <a:solidFill>
                  <a:srgbClr val="575757"/>
                </a:solidFill>
                <a:latin typeface="Arial MT"/>
                <a:cs typeface="Arial MT"/>
              </a:rPr>
              <a:t>up</a:t>
            </a:r>
            <a:r>
              <a:rPr dirty="0" sz="1800" spc="-7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800" spc="-55">
                <a:solidFill>
                  <a:srgbClr val="4B4B4B"/>
                </a:solidFill>
                <a:latin typeface="Arial MT"/>
                <a:cs typeface="Arial MT"/>
              </a:rPr>
              <a:t>wasted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8394" y="7494924"/>
            <a:ext cx="11351895" cy="735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  <a:tabLst>
                <a:tab pos="1352550" algn="l"/>
                <a:tab pos="2315210" algn="l"/>
              </a:tabLst>
            </a:pPr>
            <a:r>
              <a:rPr dirty="0" sz="1550" spc="-260">
                <a:solidFill>
                  <a:srgbClr val="FFD8B8"/>
                </a:solidFill>
                <a:latin typeface="Arial MT"/>
                <a:cs typeface="Arial MT"/>
              </a:rPr>
              <a:t>A</a:t>
            </a:r>
            <a:r>
              <a:rPr dirty="0" sz="1550" spc="70">
                <a:solidFill>
                  <a:srgbClr val="FFD8B8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CA5D3D"/>
                </a:solidFill>
                <a:latin typeface="Arial MT"/>
                <a:cs typeface="Arial MT"/>
              </a:rPr>
              <a:t>FA8</a:t>
            </a:r>
            <a:r>
              <a:rPr dirty="0" sz="1550">
                <a:solidFill>
                  <a:srgbClr val="AA895D"/>
                </a:solidFill>
                <a:latin typeface="Arial MT"/>
                <a:cs typeface="Arial MT"/>
              </a:rPr>
              <a:t>I</a:t>
            </a:r>
            <a:r>
              <a:rPr dirty="0" sz="1550" spc="150">
                <a:solidFill>
                  <a:srgbClr val="AA895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C15E42"/>
                </a:solidFill>
                <a:latin typeface="Arial MT"/>
                <a:cs typeface="Arial MT"/>
              </a:rPr>
              <a:t>LI</a:t>
            </a:r>
            <a:r>
              <a:rPr dirty="0" sz="1550" spc="260">
                <a:solidFill>
                  <a:srgbClr val="C15E42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FFDBBA"/>
                </a:solidFill>
                <a:latin typeface="Arial MT"/>
                <a:cs typeface="Arial MT"/>
              </a:rPr>
              <a:t>AR</a:t>
            </a:r>
            <a:r>
              <a:rPr dirty="0" sz="1550">
                <a:solidFill>
                  <a:srgbClr val="FFDBBA"/>
                </a:solidFill>
                <a:latin typeface="Arial MT"/>
                <a:cs typeface="Arial MT"/>
              </a:rPr>
              <a:t>	</a:t>
            </a:r>
            <a:r>
              <a:rPr dirty="0" sz="1550" spc="-10">
                <a:solidFill>
                  <a:srgbClr val="C1755B"/>
                </a:solidFill>
                <a:latin typeface="Arial MT"/>
                <a:cs typeface="Arial MT"/>
              </a:rPr>
              <a:t>TUESDAY</a:t>
            </a:r>
            <a:r>
              <a:rPr dirty="0" sz="1550">
                <a:solidFill>
                  <a:srgbClr val="C1755B"/>
                </a:solidFill>
                <a:latin typeface="Arial MT"/>
                <a:cs typeface="Arial MT"/>
              </a:rPr>
              <a:t>	</a:t>
            </a:r>
            <a:r>
              <a:rPr dirty="0" sz="1550" spc="-10">
                <a:solidFill>
                  <a:srgbClr val="B8643F"/>
                </a:solidFill>
                <a:latin typeface="Arial MT"/>
                <a:cs typeface="Arial MT"/>
              </a:rPr>
              <a:t>EYEN</a:t>
            </a:r>
            <a:r>
              <a:rPr dirty="0" sz="1550" spc="-10">
                <a:solidFill>
                  <a:srgbClr val="CC6449"/>
                </a:solidFill>
                <a:latin typeface="Arial MT"/>
                <a:cs typeface="Arial MT"/>
              </a:rPr>
              <a:t>ING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  <a:tabLst>
                <a:tab pos="1386205" algn="l"/>
                <a:tab pos="1718310" algn="l"/>
                <a:tab pos="2202815" algn="l"/>
                <a:tab pos="4794250" algn="l"/>
                <a:tab pos="5121275" algn="l"/>
                <a:tab pos="6962140" algn="l"/>
                <a:tab pos="7284720" algn="l"/>
                <a:tab pos="7635875" algn="l"/>
                <a:tab pos="8485505" algn="l"/>
                <a:tab pos="8816340" algn="l"/>
              </a:tabLst>
            </a:pPr>
            <a:r>
              <a:rPr dirty="0" sz="1650" spc="90">
                <a:latin typeface="Arial MT"/>
                <a:cs typeface="Arial MT"/>
              </a:rPr>
              <a:t>Forget</a:t>
            </a:r>
            <a:r>
              <a:rPr dirty="0" sz="1650" spc="80">
                <a:latin typeface="Arial MT"/>
                <a:cs typeface="Arial MT"/>
              </a:rPr>
              <a:t> </a:t>
            </a:r>
            <a:r>
              <a:rPr dirty="0" sz="1650" spc="95">
                <a:solidFill>
                  <a:srgbClr val="0F0F0F"/>
                </a:solidFill>
                <a:latin typeface="Arial MT"/>
                <a:cs typeface="Arial MT"/>
              </a:rPr>
              <a:t>rice</a:t>
            </a:r>
            <a:r>
              <a:rPr dirty="0" sz="1650">
                <a:solidFill>
                  <a:srgbClr val="0F0F0F"/>
                </a:solidFill>
                <a:latin typeface="Arial MT"/>
                <a:cs typeface="Arial MT"/>
              </a:rPr>
              <a:t>	</a:t>
            </a:r>
            <a:r>
              <a:rPr dirty="0" sz="1650" spc="-50">
                <a:solidFill>
                  <a:srgbClr val="C66B56"/>
                </a:solidFill>
                <a:latin typeface="Arial MT"/>
                <a:cs typeface="Arial MT"/>
              </a:rPr>
              <a:t>7</a:t>
            </a:r>
            <a:r>
              <a:rPr dirty="0" sz="1650">
                <a:solidFill>
                  <a:srgbClr val="C66B56"/>
                </a:solidFill>
                <a:latin typeface="Arial MT"/>
                <a:cs typeface="Arial MT"/>
              </a:rPr>
              <a:t>	</a:t>
            </a:r>
            <a:r>
              <a:rPr dirty="0" sz="1650" spc="-25">
                <a:solidFill>
                  <a:srgbClr val="131313"/>
                </a:solidFill>
                <a:latin typeface="Arial MT"/>
                <a:cs typeface="Arial MT"/>
              </a:rPr>
              <a:t>Buy</a:t>
            </a:r>
            <a:r>
              <a:rPr dirty="0" sz="1650">
                <a:solidFill>
                  <a:srgbClr val="131313"/>
                </a:solidFill>
                <a:latin typeface="Arial MT"/>
                <a:cs typeface="Arial MT"/>
              </a:rPr>
              <a:t>	</a:t>
            </a:r>
            <a:r>
              <a:rPr dirty="0" sz="1650" spc="120">
                <a:solidFill>
                  <a:srgbClr val="0A0A0A"/>
                </a:solidFill>
                <a:latin typeface="Arial MT"/>
                <a:cs typeface="Arial MT"/>
              </a:rPr>
              <a:t>fish</a:t>
            </a:r>
            <a:r>
              <a:rPr dirty="0" sz="1650" spc="2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650" spc="100">
                <a:solidFill>
                  <a:srgbClr val="131313"/>
                </a:solidFill>
                <a:latin typeface="Arial MT"/>
                <a:cs typeface="Arial MT"/>
              </a:rPr>
              <a:t>someone</a:t>
            </a:r>
            <a:r>
              <a:rPr dirty="0" sz="1650" spc="14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650" spc="195">
                <a:solidFill>
                  <a:srgbClr val="1A1A1A"/>
                </a:solidFill>
                <a:latin typeface="Arial MT"/>
                <a:cs typeface="Arial MT"/>
              </a:rPr>
              <a:t>cant</a:t>
            </a:r>
            <a:r>
              <a:rPr dirty="0" sz="1650" spc="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650" spc="40">
                <a:solidFill>
                  <a:srgbClr val="0F0F0F"/>
                </a:solidFill>
                <a:latin typeface="Arial MT"/>
                <a:cs typeface="Arial MT"/>
              </a:rPr>
              <a:t>eat</a:t>
            </a:r>
            <a:r>
              <a:rPr dirty="0" sz="1650">
                <a:solidFill>
                  <a:srgbClr val="0F0F0F"/>
                </a:solidFill>
                <a:latin typeface="Arial MT"/>
                <a:cs typeface="Arial MT"/>
              </a:rPr>
              <a:t>	</a:t>
            </a:r>
            <a:r>
              <a:rPr dirty="0" sz="1650" spc="-50">
                <a:solidFill>
                  <a:srgbClr val="A15D4D"/>
                </a:solidFill>
                <a:latin typeface="Arial MT"/>
                <a:cs typeface="Arial MT"/>
              </a:rPr>
              <a:t>7</a:t>
            </a:r>
            <a:r>
              <a:rPr dirty="0" sz="1650">
                <a:solidFill>
                  <a:srgbClr val="A15D4D"/>
                </a:solidFill>
                <a:latin typeface="Arial MT"/>
                <a:cs typeface="Arial MT"/>
              </a:rPr>
              <a:t>	</a:t>
            </a:r>
            <a:r>
              <a:rPr dirty="0" sz="1650" spc="80">
                <a:latin typeface="Arial MT"/>
                <a:cs typeface="Arial MT"/>
              </a:rPr>
              <a:t>Tomatoes</a:t>
            </a:r>
            <a:r>
              <a:rPr dirty="0" sz="1650" spc="35">
                <a:latin typeface="Arial MT"/>
                <a:cs typeface="Arial MT"/>
              </a:rPr>
              <a:t> </a:t>
            </a:r>
            <a:r>
              <a:rPr dirty="0" sz="1650" spc="125">
                <a:solidFill>
                  <a:srgbClr val="111111"/>
                </a:solidFill>
                <a:latin typeface="Arial MT"/>
                <a:cs typeface="Arial MT"/>
              </a:rPr>
              <a:t>spoil</a:t>
            </a:r>
            <a:r>
              <a:rPr dirty="0" sz="1650">
                <a:solidFill>
                  <a:srgbClr val="111111"/>
                </a:solidFill>
                <a:latin typeface="Arial MT"/>
                <a:cs typeface="Arial MT"/>
              </a:rPr>
              <a:t>	</a:t>
            </a:r>
            <a:r>
              <a:rPr dirty="0" sz="1650" spc="-50">
                <a:solidFill>
                  <a:srgbClr val="AC6952"/>
                </a:solidFill>
                <a:latin typeface="Arial MT"/>
                <a:cs typeface="Arial MT"/>
              </a:rPr>
              <a:t>7</a:t>
            </a:r>
            <a:r>
              <a:rPr dirty="0" sz="1650">
                <a:solidFill>
                  <a:srgbClr val="AC6952"/>
                </a:solidFill>
                <a:latin typeface="Arial MT"/>
                <a:cs typeface="Arial MT"/>
              </a:rPr>
              <a:t>	</a:t>
            </a:r>
            <a:r>
              <a:rPr dirty="0" sz="1650" spc="-25">
                <a:solidFill>
                  <a:srgbClr val="1A1A1A"/>
                </a:solidFill>
                <a:latin typeface="Arial MT"/>
                <a:cs typeface="Arial MT"/>
              </a:rPr>
              <a:t>Hit</a:t>
            </a:r>
            <a:r>
              <a:rPr dirty="0" sz="165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1650" spc="90">
                <a:solidFill>
                  <a:srgbClr val="0A0A0A"/>
                </a:solidFill>
                <a:latin typeface="Arial MT"/>
                <a:cs typeface="Arial MT"/>
              </a:rPr>
              <a:t>traffic</a:t>
            </a:r>
            <a:r>
              <a:rPr dirty="0" sz="1650">
                <a:solidFill>
                  <a:srgbClr val="0A0A0A"/>
                </a:solidFill>
                <a:latin typeface="Arial MT"/>
                <a:cs typeface="Arial MT"/>
              </a:rPr>
              <a:t>	</a:t>
            </a:r>
            <a:r>
              <a:rPr dirty="0" sz="1650" spc="-50">
                <a:solidFill>
                  <a:srgbClr val="C16954"/>
                </a:solidFill>
                <a:latin typeface="Arial MT"/>
                <a:cs typeface="Arial MT"/>
              </a:rPr>
              <a:t>7</a:t>
            </a:r>
            <a:r>
              <a:rPr dirty="0" sz="1650">
                <a:solidFill>
                  <a:srgbClr val="C16954"/>
                </a:solidFill>
                <a:latin typeface="Arial MT"/>
                <a:cs typeface="Arial MT"/>
              </a:rPr>
              <a:t>	</a:t>
            </a:r>
            <a:r>
              <a:rPr dirty="0" sz="1650" spc="110">
                <a:solidFill>
                  <a:srgbClr val="0F0F0F"/>
                </a:solidFill>
                <a:latin typeface="Arial MT"/>
                <a:cs typeface="Arial MT"/>
              </a:rPr>
              <a:t>Empty</a:t>
            </a:r>
            <a:r>
              <a:rPr dirty="0" sz="1650" spc="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650" spc="110">
                <a:solidFill>
                  <a:srgbClr val="111111"/>
                </a:solidFill>
                <a:latin typeface="Arial MT"/>
                <a:cs typeface="Arial MT"/>
              </a:rPr>
              <a:t>pantry</a:t>
            </a:r>
            <a:r>
              <a:rPr dirty="0" sz="165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650" spc="95">
                <a:solidFill>
                  <a:srgbClr val="161616"/>
                </a:solidFill>
                <a:latin typeface="Arial MT"/>
                <a:cs typeface="Arial MT"/>
              </a:rPr>
              <a:t>in</a:t>
            </a:r>
            <a:r>
              <a:rPr dirty="0" sz="1650" spc="10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650" spc="145">
                <a:solidFill>
                  <a:srgbClr val="070707"/>
                </a:solidFill>
                <a:latin typeface="Arial MT"/>
                <a:cs typeface="Arial MT"/>
              </a:rPr>
              <a:t>a</a:t>
            </a:r>
            <a:r>
              <a:rPr dirty="0" sz="1650" spc="-2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1650" spc="120">
                <a:latin typeface="Arial MT"/>
                <a:cs typeface="Arial MT"/>
              </a:rPr>
              <a:t>storm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46722" y="4692139"/>
            <a:ext cx="4584065" cy="1672589"/>
          </a:xfrm>
          <a:prstGeom prst="rect">
            <a:avLst/>
          </a:prstGeom>
        </p:spPr>
        <p:txBody>
          <a:bodyPr wrap="square" lIns="0" tIns="263525" rIns="0" bIns="0" rtlCol="0" vert="horz">
            <a:spAutoFit/>
          </a:bodyPr>
          <a:lstStyle/>
          <a:p>
            <a:pPr algn="ctr" marR="44450">
              <a:lnSpc>
                <a:spcPct val="100000"/>
              </a:lnSpc>
              <a:spcBef>
                <a:spcPts val="2075"/>
              </a:spcBef>
            </a:pPr>
            <a:r>
              <a:rPr dirty="0" sz="5250" spc="-490">
                <a:solidFill>
                  <a:srgbClr val="169962"/>
                </a:solidFill>
                <a:latin typeface="Times New Roman"/>
                <a:cs typeface="Times New Roman"/>
              </a:rPr>
              <a:t>20—</a:t>
            </a:r>
            <a:r>
              <a:rPr dirty="0" sz="5250" spc="-475">
                <a:solidFill>
                  <a:srgbClr val="169962"/>
                </a:solidFill>
                <a:latin typeface="Times New Roman"/>
                <a:cs typeface="Times New Roman"/>
              </a:rPr>
              <a:t>30%</a:t>
            </a:r>
            <a:endParaRPr sz="5250">
              <a:latin typeface="Times New Roman"/>
              <a:cs typeface="Times New Roman"/>
            </a:endParaRPr>
          </a:p>
          <a:p>
            <a:pPr algn="ctr" marL="12700" marR="5080">
              <a:lnSpc>
                <a:spcPts val="1860"/>
              </a:lnSpc>
              <a:spcBef>
                <a:spcPts val="990"/>
              </a:spcBef>
            </a:pPr>
            <a:r>
              <a:rPr dirty="0" sz="1800">
                <a:solidFill>
                  <a:srgbClr val="5D6E79"/>
                </a:solidFill>
                <a:latin typeface="Arial MT"/>
                <a:cs typeface="Arial MT"/>
              </a:rPr>
              <a:t>in</a:t>
            </a:r>
            <a:r>
              <a:rPr dirty="0" sz="1800" spc="-114">
                <a:solidFill>
                  <a:srgbClr val="5D6E79"/>
                </a:solidFill>
                <a:latin typeface="Arial MT"/>
                <a:cs typeface="Arial MT"/>
              </a:rPr>
              <a:t> </a:t>
            </a:r>
            <a:r>
              <a:rPr dirty="0" sz="1800" spc="-70">
                <a:solidFill>
                  <a:srgbClr val="595959"/>
                </a:solidFill>
                <a:latin typeface="Arial MT"/>
                <a:cs typeface="Arial MT"/>
              </a:rPr>
              <a:t>savings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70">
                <a:solidFill>
                  <a:srgbClr val="545454"/>
                </a:solidFill>
                <a:latin typeface="Arial MT"/>
                <a:cs typeface="Arial MT"/>
              </a:rPr>
              <a:t>missed</a:t>
            </a:r>
            <a:r>
              <a:rPr dirty="0" sz="1800" spc="-5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800" spc="-65">
                <a:solidFill>
                  <a:srgbClr val="505050"/>
                </a:solidFill>
                <a:latin typeface="Arial MT"/>
                <a:cs typeface="Arial MT"/>
              </a:rPr>
              <a:t>from</a:t>
            </a:r>
            <a:r>
              <a:rPr dirty="0" sz="1800" spc="-6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800" spc="-75">
                <a:solidFill>
                  <a:srgbClr val="4F4F4F"/>
                </a:solidFill>
                <a:latin typeface="Arial MT"/>
                <a:cs typeface="Arial MT"/>
              </a:rPr>
              <a:t>unplanned,</a:t>
            </a:r>
            <a:r>
              <a:rPr dirty="0" sz="1800" spc="8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800" spc="-90">
                <a:solidFill>
                  <a:srgbClr val="525252"/>
                </a:solidFill>
                <a:latin typeface="Arial MT"/>
                <a:cs typeface="Arial MT"/>
              </a:rPr>
              <a:t>un-</a:t>
            </a:r>
            <a:r>
              <a:rPr dirty="0" sz="1800" spc="-80">
                <a:solidFill>
                  <a:srgbClr val="525252"/>
                </a:solidFill>
                <a:latin typeface="Arial MT"/>
                <a:cs typeface="Arial MT"/>
              </a:rPr>
              <a:t>compared </a:t>
            </a:r>
            <a:r>
              <a:rPr dirty="0" sz="1800" spc="-10">
                <a:solidFill>
                  <a:srgbClr val="565656"/>
                </a:solidFill>
                <a:latin typeface="Arial MT"/>
                <a:cs typeface="Arial MT"/>
              </a:rPr>
              <a:t>buying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4723" y="10525591"/>
            <a:ext cx="81153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8E8E8E"/>
                </a:solidFill>
                <a:latin typeface="Consolas"/>
                <a:cs typeface="Consolas"/>
              </a:rPr>
              <a:t>03</a:t>
            </a:r>
            <a:r>
              <a:rPr dirty="0" sz="1650" spc="-65">
                <a:solidFill>
                  <a:srgbClr val="8E8E8E"/>
                </a:solidFill>
                <a:latin typeface="Consolas"/>
                <a:cs typeface="Consolas"/>
              </a:rPr>
              <a:t> </a:t>
            </a:r>
            <a:r>
              <a:rPr dirty="0" sz="1650">
                <a:solidFill>
                  <a:srgbClr val="8C8C8C"/>
                </a:solidFill>
                <a:latin typeface="Consolas"/>
                <a:cs typeface="Consolas"/>
              </a:rPr>
              <a:t>/</a:t>
            </a:r>
            <a:r>
              <a:rPr dirty="0" sz="1650" spc="-114">
                <a:solidFill>
                  <a:srgbClr val="8C8C8C"/>
                </a:solidFill>
                <a:latin typeface="Consolas"/>
                <a:cs typeface="Consolas"/>
              </a:rPr>
              <a:t> </a:t>
            </a:r>
            <a:r>
              <a:rPr dirty="0" sz="1650" spc="-25">
                <a:solidFill>
                  <a:srgbClr val="878787"/>
                </a:solidFill>
                <a:latin typeface="Consolas"/>
                <a:cs typeface="Consolas"/>
              </a:rPr>
              <a:t>22</a:t>
            </a:r>
            <a:endParaRPr sz="16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07028" y="4635485"/>
            <a:ext cx="4745990" cy="1493520"/>
          </a:xfrm>
          <a:prstGeom prst="rect">
            <a:avLst/>
          </a:prstGeom>
        </p:spPr>
        <p:txBody>
          <a:bodyPr wrap="square" lIns="0" tIns="280670" rIns="0" bIns="0" rtlCol="0" vert="horz">
            <a:spAutoFit/>
          </a:bodyPr>
          <a:lstStyle/>
          <a:p>
            <a:pPr algn="ctr" marR="13970">
              <a:lnSpc>
                <a:spcPct val="100000"/>
              </a:lnSpc>
              <a:spcBef>
                <a:spcPts val="2210"/>
              </a:spcBef>
            </a:pPr>
            <a:r>
              <a:rPr dirty="0" sz="5500">
                <a:solidFill>
                  <a:srgbClr val="161616"/>
                </a:solidFill>
                <a:latin typeface="Times New Roman"/>
                <a:cs typeface="Times New Roman"/>
              </a:rPr>
              <a:t>Hours</a:t>
            </a:r>
            <a:r>
              <a:rPr dirty="0" sz="5500" spc="17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5500" spc="-25">
                <a:solidFill>
                  <a:srgbClr val="0F0F0F"/>
                </a:solidFill>
                <a:latin typeface="Times New Roman"/>
                <a:cs typeface="Times New Roman"/>
              </a:rPr>
              <a:t>/wk</a:t>
            </a:r>
            <a:endParaRPr sz="5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dirty="0" sz="1800" spc="-35">
                <a:solidFill>
                  <a:srgbClr val="494949"/>
                </a:solidFill>
                <a:latin typeface="Arial MT"/>
                <a:cs typeface="Arial MT"/>
              </a:rPr>
              <a:t>of</a:t>
            </a:r>
            <a:r>
              <a:rPr dirty="0" sz="1800" spc="-9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800" spc="-55">
                <a:solidFill>
                  <a:srgbClr val="525252"/>
                </a:solidFill>
                <a:latin typeface="Arial MT"/>
                <a:cs typeface="Arial MT"/>
              </a:rPr>
              <a:t>extra</a:t>
            </a:r>
            <a:r>
              <a:rPr dirty="0" sz="1800" spc="-7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800" spc="-60">
                <a:solidFill>
                  <a:srgbClr val="505050"/>
                </a:solidFill>
                <a:latin typeface="Arial MT"/>
                <a:cs typeface="Arial MT"/>
              </a:rPr>
              <a:t>stress</a:t>
            </a:r>
            <a:r>
              <a:rPr dirty="0" sz="1800" spc="-3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800" spc="-60">
                <a:solidFill>
                  <a:srgbClr val="4D4D4D"/>
                </a:solidFill>
                <a:latin typeface="Arial MT"/>
                <a:cs typeface="Arial MT"/>
              </a:rPr>
              <a:t>spent</a:t>
            </a:r>
            <a:r>
              <a:rPr dirty="0" sz="1800" spc="-5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800" spc="-65">
                <a:solidFill>
                  <a:srgbClr val="4D4D4D"/>
                </a:solidFill>
                <a:latin typeface="Arial MT"/>
                <a:cs typeface="Arial MT"/>
              </a:rPr>
              <a:t>juggling</a:t>
            </a:r>
            <a:r>
              <a:rPr dirty="0" sz="1800" spc="-1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800" spc="-55">
                <a:solidFill>
                  <a:srgbClr val="525252"/>
                </a:solidFill>
                <a:latin typeface="Arial MT"/>
                <a:cs typeface="Arial MT"/>
              </a:rPr>
              <a:t>lists,</a:t>
            </a:r>
            <a:r>
              <a:rPr dirty="0" sz="1800" spc="-7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4D4D4D"/>
                </a:solidFill>
                <a:latin typeface="Arial MT"/>
                <a:cs typeface="Arial MT"/>
              </a:rPr>
              <a:t>prices</a:t>
            </a:r>
            <a:r>
              <a:rPr dirty="0" sz="1800" spc="-6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800" spc="-60">
                <a:solidFill>
                  <a:srgbClr val="525252"/>
                </a:solidFill>
                <a:latin typeface="Arial MT"/>
                <a:cs typeface="Arial MT"/>
              </a:rPr>
              <a:t>and</a:t>
            </a:r>
            <a:r>
              <a:rPr dirty="0" sz="1800" spc="-6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4B4B4B"/>
                </a:solidFill>
                <a:latin typeface="Arial MT"/>
                <a:cs typeface="Arial MT"/>
              </a:rPr>
              <a:t>diets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50226" y="489902"/>
            <a:ext cx="140779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7685" algn="l"/>
              </a:tabLst>
            </a:pPr>
            <a:r>
              <a:rPr dirty="0" sz="1550" spc="-135">
                <a:solidFill>
                  <a:srgbClr val="858585"/>
                </a:solidFill>
                <a:latin typeface="Arial MT"/>
                <a:cs typeface="Arial MT"/>
              </a:rPr>
              <a:t>TH</a:t>
            </a:r>
            <a:r>
              <a:rPr dirty="0" sz="1550" spc="-235">
                <a:solidFill>
                  <a:srgbClr val="858585"/>
                </a:solidFill>
                <a:latin typeface="Arial MT"/>
                <a:cs typeface="Arial MT"/>
              </a:rPr>
              <a:t> </a:t>
            </a:r>
            <a:r>
              <a:rPr dirty="0" sz="1550" spc="-345">
                <a:solidFill>
                  <a:srgbClr val="898989"/>
                </a:solidFill>
                <a:latin typeface="Arial MT"/>
                <a:cs typeface="Arial MT"/>
              </a:rPr>
              <a:t>E</a:t>
            </a:r>
            <a:r>
              <a:rPr dirty="0" sz="1550">
                <a:solidFill>
                  <a:srgbClr val="898989"/>
                </a:solidFill>
                <a:latin typeface="Arial MT"/>
                <a:cs typeface="Arial MT"/>
              </a:rPr>
              <a:t>	</a:t>
            </a:r>
            <a:r>
              <a:rPr dirty="0" sz="1550" spc="-90">
                <a:solidFill>
                  <a:srgbClr val="858585"/>
                </a:solidFill>
                <a:latin typeface="Arial MT"/>
                <a:cs typeface="Arial MT"/>
              </a:rPr>
              <a:t>PR0</a:t>
            </a:r>
            <a:r>
              <a:rPr dirty="0" sz="1550" spc="-245">
                <a:solidFill>
                  <a:srgbClr val="858585"/>
                </a:solidFill>
                <a:latin typeface="Arial MT"/>
                <a:cs typeface="Arial MT"/>
              </a:rPr>
              <a:t> </a:t>
            </a:r>
            <a:r>
              <a:rPr dirty="0" sz="1550" spc="-235">
                <a:solidFill>
                  <a:srgbClr val="8A8A8A"/>
                </a:solidFill>
                <a:latin typeface="Arial MT"/>
                <a:cs typeface="Arial MT"/>
              </a:rPr>
              <a:t>B</a:t>
            </a:r>
            <a:r>
              <a:rPr dirty="0" sz="1550" spc="-185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878787"/>
                </a:solidFill>
                <a:latin typeface="Arial MT"/>
                <a:cs typeface="Arial MT"/>
              </a:rPr>
              <a:t>LED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2089150" cy="0"/>
          </a:xfrm>
          <a:custGeom>
            <a:avLst/>
            <a:gdLst/>
            <a:ahLst/>
            <a:cxnLst/>
            <a:rect l="l" t="t" r="r" b="b"/>
            <a:pathLst>
              <a:path w="2089150" h="0">
                <a:moveTo>
                  <a:pt x="0" y="0"/>
                </a:moveTo>
                <a:lnTo>
                  <a:pt x="2088941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4024" y="565427"/>
            <a:ext cx="361245" cy="1570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36626" y="565427"/>
            <a:ext cx="1020911" cy="1570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0855" y="557574"/>
            <a:ext cx="1350744" cy="2041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855" y="10601771"/>
            <a:ext cx="801022" cy="1884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486347" y="10429002"/>
            <a:ext cx="486896" cy="4947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26766" y="1400869"/>
            <a:ext cx="183896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7990" algn="l"/>
                <a:tab pos="721995" algn="l"/>
              </a:tabLst>
            </a:pPr>
            <a:r>
              <a:rPr dirty="0" sz="1550">
                <a:solidFill>
                  <a:srgbClr val="42B882"/>
                </a:solidFill>
                <a:latin typeface="Times New Roman"/>
                <a:cs typeface="Times New Roman"/>
              </a:rPr>
              <a:t>0</a:t>
            </a:r>
            <a:r>
              <a:rPr dirty="0" sz="1550" spc="-35">
                <a:solidFill>
                  <a:srgbClr val="42B882"/>
                </a:solidFill>
                <a:latin typeface="Times New Roman"/>
                <a:cs typeface="Times New Roman"/>
              </a:rPr>
              <a:t> </a:t>
            </a:r>
            <a:r>
              <a:rPr dirty="0" sz="1550" spc="-50">
                <a:solidFill>
                  <a:srgbClr val="15A067"/>
                </a:solidFill>
                <a:latin typeface="Times New Roman"/>
                <a:cs typeface="Times New Roman"/>
              </a:rPr>
              <a:t>2</a:t>
            </a:r>
            <a:r>
              <a:rPr dirty="0" sz="1550">
                <a:solidFill>
                  <a:srgbClr val="15A067"/>
                </a:solidFill>
                <a:latin typeface="Times New Roman"/>
                <a:cs typeface="Times New Roman"/>
              </a:rPr>
              <a:t>	</a:t>
            </a:r>
            <a:r>
              <a:rPr dirty="0" sz="1550">
                <a:solidFill>
                  <a:srgbClr val="2D8E66"/>
                </a:solidFill>
                <a:latin typeface="Times New Roman"/>
                <a:cs typeface="Times New Roman"/>
              </a:rPr>
              <a:t>-	</a:t>
            </a:r>
            <a:r>
              <a:rPr dirty="0" sz="1550" spc="-30">
                <a:solidFill>
                  <a:srgbClr val="46A175"/>
                </a:solidFill>
                <a:latin typeface="Times New Roman"/>
                <a:cs typeface="Times New Roman"/>
              </a:rPr>
              <a:t>S</a:t>
            </a:r>
            <a:r>
              <a:rPr dirty="0" sz="1550" spc="-80">
                <a:solidFill>
                  <a:srgbClr val="46A175"/>
                </a:solidFill>
                <a:latin typeface="Times New Roman"/>
                <a:cs typeface="Times New Roman"/>
              </a:rPr>
              <a:t> </a:t>
            </a:r>
            <a:r>
              <a:rPr dirty="0" sz="1550" spc="65">
                <a:solidFill>
                  <a:srgbClr val="1F9762"/>
                </a:solidFill>
                <a:latin typeface="Times New Roman"/>
                <a:cs typeface="Times New Roman"/>
              </a:rPr>
              <a:t>0</a:t>
            </a:r>
            <a:r>
              <a:rPr dirty="0" sz="1550" spc="-55">
                <a:solidFill>
                  <a:srgbClr val="1F9762"/>
                </a:solidFill>
                <a:latin typeface="Times New Roman"/>
                <a:cs typeface="Times New Roman"/>
              </a:rPr>
              <a:t> </a:t>
            </a:r>
            <a:r>
              <a:rPr dirty="0" sz="1550" spc="-315">
                <a:solidFill>
                  <a:srgbClr val="0C9567"/>
                </a:solidFill>
                <a:latin typeface="Times New Roman"/>
                <a:cs typeface="Times New Roman"/>
              </a:rPr>
              <a:t>L</a:t>
            </a:r>
            <a:r>
              <a:rPr dirty="0" sz="1550" spc="40">
                <a:solidFill>
                  <a:srgbClr val="0C9567"/>
                </a:solidFill>
                <a:latin typeface="Times New Roman"/>
                <a:cs typeface="Times New Roman"/>
              </a:rPr>
              <a:t> </a:t>
            </a:r>
            <a:r>
              <a:rPr dirty="0" sz="1550" spc="-465">
                <a:solidFill>
                  <a:srgbClr val="249772"/>
                </a:solidFill>
                <a:latin typeface="Times New Roman"/>
                <a:cs typeface="Times New Roman"/>
              </a:rPr>
              <a:t>U</a:t>
            </a:r>
            <a:r>
              <a:rPr dirty="0" sz="1550" spc="15">
                <a:solidFill>
                  <a:srgbClr val="249772"/>
                </a:solidFill>
                <a:latin typeface="Times New Roman"/>
                <a:cs typeface="Times New Roman"/>
              </a:rPr>
              <a:t> </a:t>
            </a:r>
            <a:r>
              <a:rPr dirty="0" sz="1550" spc="-170">
                <a:solidFill>
                  <a:srgbClr val="188C70"/>
                </a:solidFill>
                <a:latin typeface="Times New Roman"/>
                <a:cs typeface="Times New Roman"/>
              </a:rPr>
              <a:t>T</a:t>
            </a:r>
            <a:r>
              <a:rPr dirty="0" sz="1550" spc="-145">
                <a:solidFill>
                  <a:srgbClr val="188C70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F915B"/>
                </a:solidFill>
                <a:latin typeface="Times New Roman"/>
                <a:cs typeface="Times New Roman"/>
              </a:rPr>
              <a:t>1</a:t>
            </a:r>
            <a:r>
              <a:rPr dirty="0" sz="1550" spc="175">
                <a:solidFill>
                  <a:srgbClr val="1F915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019062"/>
                </a:solidFill>
                <a:latin typeface="Times New Roman"/>
                <a:cs typeface="Times New Roman"/>
              </a:rPr>
              <a:t>0</a:t>
            </a:r>
            <a:r>
              <a:rPr dirty="0" sz="1550" spc="5">
                <a:solidFill>
                  <a:srgbClr val="019062"/>
                </a:solidFill>
                <a:latin typeface="Times New Roman"/>
                <a:cs typeface="Times New Roman"/>
              </a:rPr>
              <a:t> </a:t>
            </a:r>
            <a:r>
              <a:rPr dirty="0" sz="1550" spc="-525">
                <a:solidFill>
                  <a:srgbClr val="169C79"/>
                </a:solidFill>
                <a:latin typeface="Times New Roman"/>
                <a:cs typeface="Times New Roman"/>
              </a:rPr>
              <a:t>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128286" y="1722195"/>
            <a:ext cx="4328160" cy="75184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750">
                <a:solidFill>
                  <a:srgbClr val="161616"/>
                </a:solidFill>
              </a:rPr>
              <a:t>One</a:t>
            </a:r>
            <a:r>
              <a:rPr dirty="0" sz="4750" spc="140">
                <a:solidFill>
                  <a:srgbClr val="161616"/>
                </a:solidFill>
              </a:rPr>
              <a:t> </a:t>
            </a:r>
            <a:r>
              <a:rPr dirty="0" sz="4750" spc="-10">
                <a:solidFill>
                  <a:srgbClr val="000000"/>
                </a:solidFill>
              </a:rPr>
              <a:t>conversation</a:t>
            </a:r>
            <a:endParaRPr sz="4750"/>
          </a:p>
        </p:txBody>
      </p:sp>
      <p:sp>
        <p:nvSpPr>
          <p:cNvPr id="10" name="object 10"/>
          <p:cNvSpPr txBox="1"/>
          <p:nvPr/>
        </p:nvSpPr>
        <p:spPr>
          <a:xfrm>
            <a:off x="6358200" y="1722195"/>
            <a:ext cx="4580890" cy="751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750" spc="145">
                <a:solidFill>
                  <a:srgbClr val="131313"/>
                </a:solidFill>
                <a:latin typeface="Times New Roman"/>
                <a:cs typeface="Times New Roman"/>
              </a:rPr>
              <a:t>a</a:t>
            </a:r>
            <a:r>
              <a:rPr dirty="0" sz="4750" spc="-8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4750">
                <a:solidFill>
                  <a:srgbClr val="0A0A0A"/>
                </a:solidFill>
                <a:latin typeface="Times New Roman"/>
                <a:cs typeface="Times New Roman"/>
              </a:rPr>
              <a:t>full</a:t>
            </a:r>
            <a:r>
              <a:rPr dirty="0" sz="4750" spc="35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4750">
                <a:solidFill>
                  <a:srgbClr val="0F0F0F"/>
                </a:solidFill>
                <a:latin typeface="Times New Roman"/>
                <a:cs typeface="Times New Roman"/>
              </a:rPr>
              <a:t>grocery</a:t>
            </a:r>
            <a:r>
              <a:rPr dirty="0" sz="4750" spc="3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4750" spc="60">
                <a:solidFill>
                  <a:srgbClr val="0F0F0F"/>
                </a:solidFill>
                <a:latin typeface="Times New Roman"/>
                <a:cs typeface="Times New Roman"/>
              </a:rPr>
              <a:t>plan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2898" y="6030309"/>
            <a:ext cx="3635375" cy="12109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latin typeface="Cambria"/>
                <a:cs typeface="Cambria"/>
              </a:rPr>
              <a:t>Understands</a:t>
            </a:r>
            <a:endParaRPr sz="2300">
              <a:latin typeface="Cambria"/>
              <a:cs typeface="Cambria"/>
            </a:endParaRPr>
          </a:p>
          <a:p>
            <a:pPr marL="16510">
              <a:lnSpc>
                <a:spcPct val="100000"/>
              </a:lnSpc>
              <a:spcBef>
                <a:spcPts val="2095"/>
              </a:spcBef>
            </a:pP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Reads</a:t>
            </a:r>
            <a:r>
              <a:rPr dirty="0" sz="1650" spc="8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60776E"/>
                </a:solidFill>
                <a:latin typeface="Arial MT"/>
                <a:cs typeface="Arial MT"/>
              </a:rPr>
              <a:t>a</a:t>
            </a:r>
            <a:r>
              <a:rPr dirty="0" sz="1650" spc="-35">
                <a:solidFill>
                  <a:srgbClr val="60776E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05050"/>
                </a:solidFill>
                <a:latin typeface="Arial MT"/>
                <a:cs typeface="Arial MT"/>
              </a:rPr>
              <a:t>plain-language</a:t>
            </a:r>
            <a:r>
              <a:rPr dirty="0" sz="1650" spc="-4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B4B4B"/>
                </a:solidFill>
                <a:latin typeface="Arial MT"/>
                <a:cs typeface="Arial MT"/>
              </a:rPr>
              <a:t>ask</a:t>
            </a:r>
            <a:r>
              <a:rPr dirty="0" sz="1650" spc="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626262"/>
                </a:solidFill>
                <a:latin typeface="Arial MT"/>
                <a:cs typeface="Arial MT"/>
              </a:rPr>
              <a:t>the</a:t>
            </a:r>
            <a:r>
              <a:rPr dirty="0" sz="1650" spc="105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D4D4D"/>
                </a:solidFill>
                <a:latin typeface="Arial MT"/>
                <a:cs typeface="Arial MT"/>
              </a:rPr>
              <a:t>way</a:t>
            </a:r>
            <a:r>
              <a:rPr dirty="0" sz="1650" spc="5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650" spc="20">
                <a:solidFill>
                  <a:srgbClr val="7B8C93"/>
                </a:solidFill>
                <a:latin typeface="Arial MT"/>
                <a:cs typeface="Arial MT"/>
              </a:rPr>
              <a:t>a</a:t>
            </a:r>
            <a:endParaRPr sz="16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495"/>
              </a:spcBef>
            </a:pPr>
            <a:r>
              <a:rPr dirty="0" sz="1650">
                <a:solidFill>
                  <a:srgbClr val="525252"/>
                </a:solidFill>
                <a:latin typeface="Times New Roman"/>
                <a:cs typeface="Times New Roman"/>
              </a:rPr>
              <a:t>family</a:t>
            </a:r>
            <a:r>
              <a:rPr dirty="0" sz="1650" spc="2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 spc="60">
                <a:solidFill>
                  <a:srgbClr val="545454"/>
                </a:solidFill>
                <a:latin typeface="Times New Roman"/>
                <a:cs typeface="Times New Roman"/>
              </a:rPr>
              <a:t>member</a:t>
            </a:r>
            <a:r>
              <a:rPr dirty="0" sz="1650" spc="22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575757"/>
                </a:solidFill>
                <a:latin typeface="Times New Roman"/>
                <a:cs typeface="Times New Roman"/>
              </a:rPr>
              <a:t>would.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71538" y="6030309"/>
            <a:ext cx="3043555" cy="12109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14"/>
              </a:spcBef>
            </a:pPr>
            <a:r>
              <a:rPr dirty="0" sz="2300" spc="60">
                <a:solidFill>
                  <a:srgbClr val="0F0F0F"/>
                </a:solidFill>
                <a:latin typeface="Times New Roman"/>
                <a:cs typeface="Times New Roman"/>
              </a:rPr>
              <a:t>Plans</a:t>
            </a:r>
            <a:endParaRPr sz="230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24900"/>
              </a:lnSpc>
              <a:spcBef>
                <a:spcPts val="1605"/>
              </a:spcBef>
            </a:pPr>
            <a:r>
              <a:rPr dirty="0" sz="1650">
                <a:solidFill>
                  <a:srgbClr val="4F4F4F"/>
                </a:solidFill>
                <a:latin typeface="Arial MT"/>
                <a:cs typeface="Arial MT"/>
              </a:rPr>
              <a:t>Builds</a:t>
            </a:r>
            <a:r>
              <a:rPr dirty="0" sz="1650" spc="5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65656"/>
                </a:solidFill>
                <a:latin typeface="Arial MT"/>
                <a:cs typeface="Arial MT"/>
              </a:rPr>
              <a:t>meals</a:t>
            </a:r>
            <a:r>
              <a:rPr dirty="0" sz="1650" spc="6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75757"/>
                </a:solidFill>
                <a:latin typeface="Arial MT"/>
                <a:cs typeface="Arial MT"/>
              </a:rPr>
              <a:t>and</a:t>
            </a:r>
            <a:r>
              <a:rPr dirty="0" sz="1650" spc="-2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650" spc="7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650" spc="-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D4D4D"/>
                </a:solidFill>
                <a:latin typeface="Arial MT"/>
                <a:cs typeface="Arial MT"/>
              </a:rPr>
              <a:t>shopping</a:t>
            </a:r>
            <a:r>
              <a:rPr dirty="0" sz="1650" spc="10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575757"/>
                </a:solidFill>
                <a:latin typeface="Arial MT"/>
                <a:cs typeface="Arial MT"/>
              </a:rPr>
              <a:t>list </a:t>
            </a:r>
            <a:r>
              <a:rPr dirty="0" sz="1650">
                <a:solidFill>
                  <a:srgbClr val="4B4B4B"/>
                </a:solidFill>
                <a:latin typeface="Arial MT"/>
                <a:cs typeface="Arial MT"/>
              </a:rPr>
              <a:t>around</a:t>
            </a:r>
            <a:r>
              <a:rPr dirty="0" sz="1650" spc="2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45454"/>
                </a:solidFill>
                <a:latin typeface="Arial MT"/>
                <a:cs typeface="Arial MT"/>
              </a:rPr>
              <a:t>what's</a:t>
            </a:r>
            <a:r>
              <a:rPr dirty="0" sz="1650" spc="3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05050"/>
                </a:solidFill>
                <a:latin typeface="Arial MT"/>
                <a:cs typeface="Arial MT"/>
              </a:rPr>
              <a:t>already</a:t>
            </a:r>
            <a:r>
              <a:rPr dirty="0" sz="1650" spc="6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45454"/>
                </a:solidFill>
                <a:latin typeface="Arial MT"/>
                <a:cs typeface="Arial MT"/>
              </a:rPr>
              <a:t>home.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93427" y="6030309"/>
            <a:ext cx="3364229" cy="12141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solidFill>
                  <a:srgbClr val="0C0C0C"/>
                </a:solidFill>
                <a:latin typeface="Cambria"/>
                <a:cs typeface="Cambria"/>
              </a:rPr>
              <a:t>Optimizes</a:t>
            </a:r>
            <a:endParaRPr sz="2300">
              <a:latin typeface="Cambria"/>
              <a:cs typeface="Cambria"/>
            </a:endParaRPr>
          </a:p>
          <a:p>
            <a:pPr marL="27940" marR="5080" indent="-6985">
              <a:lnSpc>
                <a:spcPct val="114500"/>
              </a:lnSpc>
              <a:spcBef>
                <a:spcPts val="1635"/>
              </a:spcBef>
            </a:pPr>
            <a:r>
              <a:rPr dirty="0" sz="1800">
                <a:solidFill>
                  <a:srgbClr val="525252"/>
                </a:solidFill>
                <a:latin typeface="Times New Roman"/>
                <a:cs typeface="Times New Roman"/>
              </a:rPr>
              <a:t>Compares</a:t>
            </a:r>
            <a:r>
              <a:rPr dirty="0" sz="1800" spc="34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45454"/>
                </a:solidFill>
                <a:latin typeface="Times New Roman"/>
                <a:cs typeface="Times New Roman"/>
              </a:rPr>
              <a:t>prices</a:t>
            </a:r>
            <a:r>
              <a:rPr dirty="0" sz="1800" spc="114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B4B4B"/>
                </a:solidFill>
                <a:latin typeface="Times New Roman"/>
                <a:cs typeface="Times New Roman"/>
              </a:rPr>
              <a:t>and</a:t>
            </a:r>
            <a:r>
              <a:rPr dirty="0" sz="1800" spc="29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25252"/>
                </a:solidFill>
                <a:latin typeface="Times New Roman"/>
                <a:cs typeface="Times New Roman"/>
              </a:rPr>
              <a:t>routes</a:t>
            </a:r>
            <a:r>
              <a:rPr dirty="0" sz="1800" spc="1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F4F4F"/>
                </a:solidFill>
                <a:latin typeface="Times New Roman"/>
                <a:cs typeface="Times New Roman"/>
              </a:rPr>
              <a:t>across </a:t>
            </a:r>
            <a:r>
              <a:rPr dirty="0" sz="1800">
                <a:solidFill>
                  <a:srgbClr val="545454"/>
                </a:solidFill>
                <a:latin typeface="Times New Roman"/>
                <a:cs typeface="Times New Roman"/>
              </a:rPr>
              <a:t>nearby</a:t>
            </a:r>
            <a:r>
              <a:rPr dirty="0" sz="1800" spc="6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14141"/>
                </a:solidFill>
                <a:latin typeface="Times New Roman"/>
                <a:cs typeface="Times New Roman"/>
              </a:rPr>
              <a:t>stores.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18506" y="6030309"/>
            <a:ext cx="3233420" cy="12141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14"/>
              </a:spcBef>
            </a:pPr>
            <a:r>
              <a:rPr dirty="0" sz="2300" spc="55">
                <a:solidFill>
                  <a:srgbClr val="0F0F0F"/>
                </a:solidFill>
                <a:latin typeface="Times New Roman"/>
                <a:cs typeface="Times New Roman"/>
              </a:rPr>
              <a:t>Explains</a:t>
            </a:r>
            <a:endParaRPr sz="2300">
              <a:latin typeface="Times New Roman"/>
              <a:cs typeface="Times New Roman"/>
            </a:endParaRPr>
          </a:p>
          <a:p>
            <a:pPr marL="12700" marR="5080" indent="635">
              <a:lnSpc>
                <a:spcPct val="114500"/>
              </a:lnSpc>
              <a:spcBef>
                <a:spcPts val="1635"/>
              </a:spcBef>
            </a:pPr>
            <a:r>
              <a:rPr dirty="0" sz="1800">
                <a:solidFill>
                  <a:srgbClr val="5B5B5B"/>
                </a:solidFill>
                <a:latin typeface="Times New Roman"/>
                <a:cs typeface="Times New Roman"/>
              </a:rPr>
              <a:t>Shows</a:t>
            </a:r>
            <a:r>
              <a:rPr dirty="0" sz="1800" spc="35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5B5B5B"/>
                </a:solidFill>
                <a:latin typeface="Times New Roman"/>
                <a:cs typeface="Times New Roman"/>
              </a:rPr>
              <a:t>why</a:t>
            </a:r>
            <a:r>
              <a:rPr dirty="0" sz="1800" spc="15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B5B5B"/>
                </a:solidFill>
                <a:latin typeface="Times New Roman"/>
                <a:cs typeface="Times New Roman"/>
              </a:rPr>
              <a:t>a</a:t>
            </a:r>
            <a:r>
              <a:rPr dirty="0" sz="1800" spc="24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D4D4D"/>
                </a:solidFill>
                <a:latin typeface="Times New Roman"/>
                <a:cs typeface="Times New Roman"/>
              </a:rPr>
              <a:t>plan</a:t>
            </a:r>
            <a:r>
              <a:rPr dirty="0" sz="1800" spc="114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65656"/>
                </a:solidFill>
                <a:latin typeface="Times New Roman"/>
                <a:cs typeface="Times New Roman"/>
              </a:rPr>
              <a:t>looks</a:t>
            </a:r>
            <a:r>
              <a:rPr dirty="0" sz="1800" spc="1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94949"/>
                </a:solidFill>
                <a:latin typeface="Times New Roman"/>
                <a:cs typeface="Times New Roman"/>
              </a:rPr>
              <a:t>the</a:t>
            </a:r>
            <a:r>
              <a:rPr dirty="0" sz="1800" spc="5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45454"/>
                </a:solidFill>
                <a:latin typeface="Times New Roman"/>
                <a:cs typeface="Times New Roman"/>
              </a:rPr>
              <a:t>way</a:t>
            </a:r>
            <a:r>
              <a:rPr dirty="0" sz="1800" spc="8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800" spc="-120">
                <a:solidFill>
                  <a:srgbClr val="4D4D4D"/>
                </a:solidFill>
                <a:latin typeface="Times New Roman"/>
                <a:cs typeface="Times New Roman"/>
              </a:rPr>
              <a:t>it </a:t>
            </a:r>
            <a:r>
              <a:rPr dirty="0" sz="1800">
                <a:solidFill>
                  <a:srgbClr val="4D4D4D"/>
                </a:solidFill>
                <a:latin typeface="Times New Roman"/>
                <a:cs typeface="Times New Roman"/>
              </a:rPr>
              <a:t>does,</a:t>
            </a:r>
            <a:r>
              <a:rPr dirty="0" sz="1800" spc="15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800" spc="-60">
                <a:solidFill>
                  <a:srgbClr val="575757"/>
                </a:solidFill>
                <a:latin typeface="Times New Roman"/>
                <a:cs typeface="Times New Roman"/>
              </a:rPr>
              <a:t>with</a:t>
            </a:r>
            <a:r>
              <a:rPr dirty="0" sz="1800" spc="17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84848"/>
                </a:solidFill>
                <a:latin typeface="Times New Roman"/>
                <a:cs typeface="Times New Roman"/>
              </a:rPr>
              <a:t>sources.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2811780" cy="0"/>
          </a:xfrm>
          <a:custGeom>
            <a:avLst/>
            <a:gdLst/>
            <a:ahLst/>
            <a:cxnLst/>
            <a:rect l="l" t="t" r="r" b="b"/>
            <a:pathLst>
              <a:path w="2811779" h="0">
                <a:moveTo>
                  <a:pt x="0" y="0"/>
                </a:moveTo>
                <a:lnTo>
                  <a:pt x="2811432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3239" y="7374121"/>
            <a:ext cx="965939" cy="1492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855" y="557574"/>
            <a:ext cx="1335037" cy="2041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86347" y="10429002"/>
            <a:ext cx="486896" cy="4947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27357" y="1417230"/>
            <a:ext cx="1838960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36880" algn="l"/>
                <a:tab pos="730250" algn="l"/>
              </a:tabLst>
            </a:pPr>
            <a:r>
              <a:rPr dirty="0" sz="1400" spc="75">
                <a:solidFill>
                  <a:srgbClr val="1AA179"/>
                </a:solidFill>
                <a:latin typeface="Times New Roman"/>
                <a:cs typeface="Times New Roman"/>
              </a:rPr>
              <a:t>0</a:t>
            </a:r>
            <a:r>
              <a:rPr dirty="0" sz="1400">
                <a:solidFill>
                  <a:srgbClr val="1AA179"/>
                </a:solidFill>
                <a:latin typeface="Times New Roman"/>
                <a:cs typeface="Times New Roman"/>
              </a:rPr>
              <a:t> </a:t>
            </a:r>
            <a:r>
              <a:rPr dirty="0" sz="1400" spc="-50">
                <a:solidFill>
                  <a:srgbClr val="15A067"/>
                </a:solidFill>
                <a:latin typeface="Times New Roman"/>
                <a:cs typeface="Times New Roman"/>
              </a:rPr>
              <a:t>2</a:t>
            </a:r>
            <a:r>
              <a:rPr dirty="0" sz="1400">
                <a:solidFill>
                  <a:srgbClr val="15A067"/>
                </a:solidFill>
                <a:latin typeface="Times New Roman"/>
                <a:cs typeface="Times New Roman"/>
              </a:rPr>
              <a:t>	</a:t>
            </a:r>
            <a:r>
              <a:rPr dirty="0" sz="1400" spc="-590">
                <a:solidFill>
                  <a:srgbClr val="3B8766"/>
                </a:solidFill>
                <a:latin typeface="Times New Roman"/>
                <a:cs typeface="Times New Roman"/>
              </a:rPr>
              <a:t>—</a:t>
            </a:r>
            <a:r>
              <a:rPr dirty="0" sz="1400">
                <a:solidFill>
                  <a:srgbClr val="3B8766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0C8964"/>
                </a:solidFill>
                <a:latin typeface="Times New Roman"/>
                <a:cs typeface="Times New Roman"/>
              </a:rPr>
              <a:t>S</a:t>
            </a:r>
            <a:r>
              <a:rPr dirty="0" sz="1400" spc="-90">
                <a:solidFill>
                  <a:srgbClr val="0C8964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F9762"/>
                </a:solidFill>
                <a:latin typeface="Times New Roman"/>
                <a:cs typeface="Times New Roman"/>
              </a:rPr>
              <a:t>0</a:t>
            </a:r>
            <a:r>
              <a:rPr dirty="0" sz="1400" spc="195">
                <a:solidFill>
                  <a:srgbClr val="1F9762"/>
                </a:solidFill>
                <a:latin typeface="Times New Roman"/>
                <a:cs typeface="Times New Roman"/>
              </a:rPr>
              <a:t> </a:t>
            </a:r>
            <a:r>
              <a:rPr dirty="0" sz="1400" spc="-210">
                <a:solidFill>
                  <a:srgbClr val="0C9567"/>
                </a:solidFill>
                <a:latin typeface="Times New Roman"/>
                <a:cs typeface="Times New Roman"/>
              </a:rPr>
              <a:t>L</a:t>
            </a:r>
            <a:r>
              <a:rPr dirty="0" sz="1400" spc="70">
                <a:solidFill>
                  <a:srgbClr val="0C9567"/>
                </a:solidFill>
                <a:latin typeface="Times New Roman"/>
                <a:cs typeface="Times New Roman"/>
              </a:rPr>
              <a:t> </a:t>
            </a:r>
            <a:r>
              <a:rPr dirty="0" sz="1400" spc="-345">
                <a:solidFill>
                  <a:srgbClr val="36A07C"/>
                </a:solidFill>
                <a:latin typeface="Times New Roman"/>
                <a:cs typeface="Times New Roman"/>
              </a:rPr>
              <a:t>U</a:t>
            </a:r>
            <a:r>
              <a:rPr dirty="0" sz="1400" spc="50">
                <a:solidFill>
                  <a:srgbClr val="36A07C"/>
                </a:solidFill>
                <a:latin typeface="Times New Roman"/>
                <a:cs typeface="Times New Roman"/>
              </a:rPr>
              <a:t> </a:t>
            </a:r>
            <a:r>
              <a:rPr dirty="0" sz="1400" spc="-130">
                <a:solidFill>
                  <a:srgbClr val="2F937C"/>
                </a:solidFill>
                <a:latin typeface="Times New Roman"/>
                <a:cs typeface="Times New Roman"/>
              </a:rPr>
              <a:t>T</a:t>
            </a:r>
            <a:r>
              <a:rPr dirty="0" sz="1400" spc="35">
                <a:solidFill>
                  <a:srgbClr val="2F937C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79056"/>
                </a:solidFill>
                <a:latin typeface="Times New Roman"/>
                <a:cs typeface="Times New Roman"/>
              </a:rPr>
              <a:t>1</a:t>
            </a:r>
            <a:r>
              <a:rPr dirty="0" sz="1400" spc="195">
                <a:solidFill>
                  <a:srgbClr val="079056"/>
                </a:solidFill>
                <a:latin typeface="Times New Roman"/>
                <a:cs typeface="Times New Roman"/>
              </a:rPr>
              <a:t> </a:t>
            </a:r>
            <a:r>
              <a:rPr dirty="0" sz="1400" spc="75">
                <a:solidFill>
                  <a:srgbClr val="019062"/>
                </a:solidFill>
                <a:latin typeface="Times New Roman"/>
                <a:cs typeface="Times New Roman"/>
              </a:rPr>
              <a:t>0</a:t>
            </a:r>
            <a:r>
              <a:rPr dirty="0" sz="1400" spc="35">
                <a:solidFill>
                  <a:srgbClr val="019062"/>
                </a:solidFill>
                <a:latin typeface="Times New Roman"/>
                <a:cs typeface="Times New Roman"/>
              </a:rPr>
              <a:t> </a:t>
            </a:r>
            <a:r>
              <a:rPr dirty="0" sz="1400" spc="-405">
                <a:solidFill>
                  <a:srgbClr val="1C9562"/>
                </a:solidFill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14"/>
              </a:spcBef>
            </a:pPr>
            <a:r>
              <a:rPr dirty="0" sz="4750">
                <a:solidFill>
                  <a:srgbClr val="151515"/>
                </a:solidFill>
              </a:rPr>
              <a:t>How</a:t>
            </a:r>
            <a:r>
              <a:rPr dirty="0" sz="4750" spc="-5">
                <a:solidFill>
                  <a:srgbClr val="151515"/>
                </a:solidFill>
              </a:rPr>
              <a:t> </a:t>
            </a:r>
            <a:r>
              <a:rPr dirty="0" sz="4750"/>
              <a:t>we</a:t>
            </a:r>
            <a:r>
              <a:rPr dirty="0" sz="4750" spc="10"/>
              <a:t> </a:t>
            </a:r>
            <a:r>
              <a:rPr dirty="0" sz="4750">
                <a:solidFill>
                  <a:srgbClr val="0E0E0E"/>
                </a:solidFill>
              </a:rPr>
              <a:t>built</a:t>
            </a:r>
            <a:r>
              <a:rPr dirty="0" sz="4750" spc="50">
                <a:solidFill>
                  <a:srgbClr val="0E0E0E"/>
                </a:solidFill>
              </a:rPr>
              <a:t> </a:t>
            </a:r>
            <a:r>
              <a:rPr dirty="0" sz="4750" spc="-25">
                <a:solidFill>
                  <a:srgbClr val="151515"/>
                </a:solidFill>
              </a:rPr>
              <a:t>it</a:t>
            </a:r>
            <a:endParaRPr sz="4750"/>
          </a:p>
        </p:txBody>
      </p:sp>
      <p:sp>
        <p:nvSpPr>
          <p:cNvPr id="8" name="object 8"/>
          <p:cNvSpPr txBox="1"/>
          <p:nvPr/>
        </p:nvSpPr>
        <p:spPr>
          <a:xfrm>
            <a:off x="1445680" y="6172320"/>
            <a:ext cx="3270885" cy="1395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25">
                <a:solidFill>
                  <a:srgbClr val="0E0E0E"/>
                </a:solidFill>
                <a:latin typeface="Courier New"/>
                <a:cs typeface="Courier New"/>
              </a:rPr>
              <a:t>App</a:t>
            </a:r>
            <a:endParaRPr sz="2200">
              <a:latin typeface="Courier New"/>
              <a:cs typeface="Courier New"/>
            </a:endParaRPr>
          </a:p>
          <a:p>
            <a:pPr algn="just" marL="23495" marR="5080" indent="-3175">
              <a:lnSpc>
                <a:spcPct val="127400"/>
              </a:lnSpc>
              <a:spcBef>
                <a:spcPts val="705"/>
              </a:spcBef>
            </a:pPr>
            <a:r>
              <a:rPr dirty="0" sz="1650" spc="-204">
                <a:solidFill>
                  <a:srgbClr val="545454"/>
                </a:solidFill>
                <a:latin typeface="Times New Roman"/>
                <a:cs typeface="Times New Roman"/>
              </a:rPr>
              <a:t>A</a:t>
            </a:r>
            <a:r>
              <a:rPr dirty="0" sz="1650" spc="1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650" spc="-30">
                <a:solidFill>
                  <a:srgbClr val="565656"/>
                </a:solidFill>
                <a:latin typeface="Times New Roman"/>
                <a:cs typeface="Times New Roman"/>
              </a:rPr>
              <a:t>sim</a:t>
            </a:r>
            <a:r>
              <a:rPr dirty="0" sz="1650" spc="1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650" spc="-55">
                <a:solidFill>
                  <a:srgbClr val="565656"/>
                </a:solidFill>
                <a:latin typeface="Times New Roman"/>
                <a:cs typeface="Times New Roman"/>
              </a:rPr>
              <a:t>ale</a:t>
            </a:r>
            <a:r>
              <a:rPr dirty="0" sz="1650" spc="13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650" spc="35">
                <a:solidFill>
                  <a:srgbClr val="545454"/>
                </a:solidFill>
                <a:latin typeface="Times New Roman"/>
                <a:cs typeface="Times New Roman"/>
              </a:rPr>
              <a:t>web</a:t>
            </a:r>
            <a:r>
              <a:rPr dirty="0" sz="1650" spc="12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650" spc="55">
                <a:solidFill>
                  <a:srgbClr val="565656"/>
                </a:solidFill>
                <a:latin typeface="Times New Roman"/>
                <a:cs typeface="Times New Roman"/>
              </a:rPr>
              <a:t>app</a:t>
            </a:r>
            <a:r>
              <a:rPr dirty="0" sz="1650" spc="16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650" spc="-50">
                <a:solidFill>
                  <a:srgbClr val="545454"/>
                </a:solidFill>
                <a:latin typeface="Times New Roman"/>
                <a:cs typeface="Times New Roman"/>
              </a:rPr>
              <a:t>youi</a:t>
            </a:r>
            <a:r>
              <a:rPr dirty="0" sz="1650" spc="35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650" spc="-45">
                <a:solidFill>
                  <a:srgbClr val="525252"/>
                </a:solidFill>
                <a:latin typeface="Times New Roman"/>
                <a:cs typeface="Times New Roman"/>
              </a:rPr>
              <a:t>family</a:t>
            </a:r>
            <a:r>
              <a:rPr dirty="0" sz="1650" spc="2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 spc="55">
                <a:solidFill>
                  <a:srgbClr val="565656"/>
                </a:solidFill>
                <a:latin typeface="Times New Roman"/>
                <a:cs typeface="Times New Roman"/>
              </a:rPr>
              <a:t>ovens</a:t>
            </a:r>
            <a:r>
              <a:rPr dirty="0" sz="1650" spc="2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650" spc="-70">
                <a:solidFill>
                  <a:srgbClr val="525252"/>
                </a:solidFill>
                <a:latin typeface="Times New Roman"/>
                <a:cs typeface="Times New Roman"/>
              </a:rPr>
              <a:t>like</a:t>
            </a:r>
            <a:r>
              <a:rPr dirty="0" sz="1650" spc="1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 spc="15">
                <a:solidFill>
                  <a:srgbClr val="545454"/>
                </a:solidFill>
                <a:latin typeface="Times New Roman"/>
                <a:cs typeface="Times New Roman"/>
              </a:rPr>
              <a:t>any</a:t>
            </a:r>
            <a:r>
              <a:rPr dirty="0" sz="1650" spc="16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650" spc="20">
                <a:solidFill>
                  <a:srgbClr val="4D4D4D"/>
                </a:solidFill>
                <a:latin typeface="Times New Roman"/>
                <a:cs typeface="Times New Roman"/>
              </a:rPr>
              <a:t>websit</a:t>
            </a:r>
            <a:r>
              <a:rPr dirty="0" sz="1650" spc="-640">
                <a:solidFill>
                  <a:srgbClr val="4D4D4D"/>
                </a:solidFill>
                <a:latin typeface="Times New Roman"/>
                <a:cs typeface="Times New Roman"/>
              </a:rPr>
              <a:t>e</a:t>
            </a:r>
            <a:r>
              <a:rPr dirty="0" sz="1650" spc="25">
                <a:solidFill>
                  <a:srgbClr val="545454"/>
                </a:solidFill>
                <a:latin typeface="Times New Roman"/>
                <a:cs typeface="Times New Roman"/>
              </a:rPr>
              <a:t>-</a:t>
            </a:r>
            <a:r>
              <a:rPr dirty="0" sz="1650" spc="242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650" spc="30">
                <a:solidFill>
                  <a:srgbClr val="595959"/>
                </a:solidFill>
                <a:latin typeface="Times New Roman"/>
                <a:cs typeface="Times New Roman"/>
              </a:rPr>
              <a:t>chat</a:t>
            </a:r>
            <a:r>
              <a:rPr dirty="0" sz="1650" spc="15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650" spc="-45">
                <a:solidFill>
                  <a:srgbClr val="565656"/>
                </a:solidFill>
                <a:latin typeface="Times New Roman"/>
                <a:cs typeface="Times New Roman"/>
              </a:rPr>
              <a:t>on</a:t>
            </a:r>
            <a:r>
              <a:rPr dirty="0" sz="1650" spc="23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650" spc="40">
                <a:solidFill>
                  <a:srgbClr val="575757"/>
                </a:solidFill>
                <a:latin typeface="Times New Roman"/>
                <a:cs typeface="Times New Roman"/>
              </a:rPr>
              <a:t>one</a:t>
            </a:r>
            <a:r>
              <a:rPr dirty="0" sz="1650" spc="175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650" spc="25">
                <a:solidFill>
                  <a:srgbClr val="565656"/>
                </a:solidFill>
                <a:latin typeface="Times New Roman"/>
                <a:cs typeface="Times New Roman"/>
              </a:rPr>
              <a:t>side</a:t>
            </a:r>
            <a:r>
              <a:rPr dirty="0" sz="1650" spc="1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 spc="5">
                <a:solidFill>
                  <a:srgbClr val="4D4D4D"/>
                </a:solidFill>
                <a:latin typeface="Times New Roman"/>
                <a:cs typeface="Times New Roman"/>
              </a:rPr>
              <a:t>cfashGoard</a:t>
            </a:r>
            <a:r>
              <a:rPr dirty="0" sz="1550" spc="38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550" spc="5">
                <a:solidFill>
                  <a:srgbClr val="5D5D5D"/>
                </a:solidFill>
                <a:latin typeface="Times New Roman"/>
                <a:cs typeface="Times New Roman"/>
              </a:rPr>
              <a:t>on</a:t>
            </a:r>
            <a:r>
              <a:rPr dirty="0" sz="1550" spc="229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550" spc="5">
                <a:solidFill>
                  <a:srgbClr val="5D5D5D"/>
                </a:solidFill>
                <a:latin typeface="Times New Roman"/>
                <a:cs typeface="Times New Roman"/>
              </a:rPr>
              <a:t>the</a:t>
            </a:r>
            <a:r>
              <a:rPr dirty="0" sz="1550" spc="37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550" spc="65">
                <a:solidFill>
                  <a:srgbClr val="565656"/>
                </a:solidFill>
                <a:latin typeface="Times New Roman"/>
                <a:cs typeface="Times New Roman"/>
              </a:rPr>
              <a:t>othei.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70642" y="6188681"/>
            <a:ext cx="3603625" cy="13792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85">
                <a:solidFill>
                  <a:srgbClr val="0E0E0E"/>
                </a:solidFill>
                <a:latin typeface="Cambria"/>
                <a:cs typeface="Cambria"/>
              </a:rPr>
              <a:t>AI</a:t>
            </a:r>
            <a:endParaRPr sz="2050">
              <a:latin typeface="Cambria"/>
              <a:cs typeface="Cambria"/>
            </a:endParaRPr>
          </a:p>
          <a:p>
            <a:pPr algn="just" marL="14604" marR="5080" indent="2540">
              <a:lnSpc>
                <a:spcPct val="127400"/>
              </a:lnSpc>
              <a:spcBef>
                <a:spcPts val="735"/>
              </a:spcBef>
            </a:pPr>
            <a:r>
              <a:rPr dirty="0" sz="1650" spc="-20">
                <a:solidFill>
                  <a:srgbClr val="595959"/>
                </a:solidFill>
                <a:latin typeface="Arial MT"/>
                <a:cs typeface="Arial MT"/>
              </a:rPr>
              <a:t>Google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75757"/>
                </a:solidFill>
                <a:latin typeface="Arial MT"/>
                <a:cs typeface="Arial MT"/>
              </a:rPr>
              <a:t>Gen</a:t>
            </a:r>
            <a:r>
              <a:rPr dirty="0" sz="1650">
                <a:solidFill>
                  <a:srgbClr val="8A97A1"/>
                </a:solidFill>
                <a:latin typeface="Arial MT"/>
                <a:cs typeface="Arial MT"/>
              </a:rPr>
              <a:t>ml</a:t>
            </a:r>
            <a:r>
              <a:rPr dirty="0" sz="1650" spc="-75">
                <a:solidFill>
                  <a:srgbClr val="8A97A1"/>
                </a:solidFill>
                <a:latin typeface="Arial MT"/>
                <a:cs typeface="Arial MT"/>
              </a:rPr>
              <a:t> </a:t>
            </a:r>
            <a:r>
              <a:rPr dirty="0" sz="1650" spc="-75">
                <a:solidFill>
                  <a:srgbClr val="525252"/>
                </a:solidFill>
                <a:latin typeface="Arial MT"/>
                <a:cs typeface="Arial MT"/>
              </a:rPr>
              <a:t>reacts</a:t>
            </a:r>
            <a:r>
              <a:rPr dirty="0" sz="1650" spc="3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dirty="0" sz="165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525252"/>
                </a:solidFill>
                <a:latin typeface="Arial MT"/>
                <a:cs typeface="Arial MT"/>
              </a:rPr>
              <a:t>request</a:t>
            </a:r>
            <a:r>
              <a:rPr dirty="0" sz="1650" spc="-1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565656"/>
                </a:solidFill>
                <a:latin typeface="Arial MT"/>
                <a:cs typeface="Arial MT"/>
              </a:rPr>
              <a:t>and </a:t>
            </a:r>
            <a:r>
              <a:rPr dirty="0" sz="1650">
                <a:solidFill>
                  <a:srgbClr val="545454"/>
                </a:solidFill>
                <a:latin typeface="Arial MT"/>
                <a:cs typeface="Arial MT"/>
              </a:rPr>
              <a:t>helps</a:t>
            </a:r>
            <a:r>
              <a:rPr dirty="0" sz="1650" spc="-12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 spc="-229">
                <a:solidFill>
                  <a:srgbClr val="545454"/>
                </a:solidFill>
                <a:latin typeface="Arial MT"/>
                <a:cs typeface="Arial MT"/>
              </a:rPr>
              <a:t>wi</a:t>
            </a:r>
            <a:r>
              <a:rPr dirty="0" sz="1650" spc="114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ite</a:t>
            </a:r>
            <a:r>
              <a:rPr dirty="0" sz="1650" spc="-114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565656"/>
                </a:solidFill>
                <a:latin typeface="Arial MT"/>
                <a:cs typeface="Arial MT"/>
              </a:rPr>
              <a:t>meal</a:t>
            </a:r>
            <a:r>
              <a:rPr dirty="0" sz="1650" spc="-9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65656"/>
                </a:solidFill>
                <a:latin typeface="Arial MT"/>
                <a:cs typeface="Arial MT"/>
              </a:rPr>
              <a:t>ideas,</a:t>
            </a:r>
            <a:r>
              <a:rPr dirty="0" sz="1650" spc="-10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650" spc="-85">
                <a:solidFill>
                  <a:srgbClr val="545454"/>
                </a:solidFill>
                <a:latin typeface="Arial MT"/>
                <a:cs typeface="Arial MT"/>
              </a:rPr>
              <a:t>sunJmai”ies.</a:t>
            </a:r>
            <a:r>
              <a:rPr dirty="0" sz="1650" spc="10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 spc="-90">
                <a:solidFill>
                  <a:srgbClr val="4F4F4F"/>
                </a:solidFill>
                <a:latin typeface="Arial MT"/>
                <a:cs typeface="Arial MT"/>
              </a:rPr>
              <a:t>anal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bill</a:t>
            </a:r>
            <a:r>
              <a:rPr dirty="0" sz="1550" spc="9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65656"/>
                </a:solidFill>
                <a:latin typeface="Arial MT"/>
                <a:cs typeface="Arial MT"/>
              </a:rPr>
              <a:t>scans.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98273" y="6205042"/>
            <a:ext cx="3272790" cy="1048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135">
                <a:solidFill>
                  <a:srgbClr val="111111"/>
                </a:solidFill>
                <a:latin typeface="Times New Roman"/>
                <a:cs typeface="Times New Roman"/>
              </a:rPr>
              <a:t>Data</a:t>
            </a:r>
            <a:endParaRPr sz="1900">
              <a:latin typeface="Times New Roman"/>
              <a:cs typeface="Times New Roman"/>
            </a:endParaRPr>
          </a:p>
          <a:p>
            <a:pPr marL="22860" marR="5080" indent="-10795">
              <a:lnSpc>
                <a:spcPct val="133000"/>
              </a:lnSpc>
              <a:spcBef>
                <a:spcPts val="795"/>
              </a:spcBef>
            </a:pPr>
            <a:r>
              <a:rPr dirty="0" sz="1550" spc="105">
                <a:solidFill>
                  <a:srgbClr val="4B4B4B"/>
                </a:solidFill>
                <a:latin typeface="Times New Roman"/>
                <a:cs typeface="Times New Roman"/>
              </a:rPr>
              <a:t>Sripahase</a:t>
            </a:r>
            <a:r>
              <a:rPr dirty="0" sz="1550" spc="34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550" spc="80">
                <a:solidFill>
                  <a:srgbClr val="575757"/>
                </a:solidFill>
                <a:latin typeface="Times New Roman"/>
                <a:cs typeface="Times New Roman"/>
              </a:rPr>
              <a:t>renJemhers</a:t>
            </a:r>
            <a:r>
              <a:rPr dirty="0" sz="1550" spc="395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25252"/>
                </a:solidFill>
                <a:latin typeface="Times New Roman"/>
                <a:cs typeface="Times New Roman"/>
              </a:rPr>
              <a:t>pantry,</a:t>
            </a:r>
            <a:r>
              <a:rPr dirty="0" sz="1550" spc="2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5B5B5B"/>
                </a:solidFill>
                <a:latin typeface="Times New Roman"/>
                <a:cs typeface="Times New Roman"/>
              </a:rPr>
              <a:t>family </a:t>
            </a:r>
            <a:r>
              <a:rPr dirty="0" sz="1550" spc="105">
                <a:solidFill>
                  <a:srgbClr val="525252"/>
                </a:solidFill>
                <a:latin typeface="Times New Roman"/>
                <a:cs typeface="Times New Roman"/>
              </a:rPr>
              <a:t>members</a:t>
            </a:r>
            <a:r>
              <a:rPr dirty="0" sz="1550" spc="29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525252"/>
                </a:solidFill>
                <a:latin typeface="Times New Roman"/>
                <a:cs typeface="Times New Roman"/>
              </a:rPr>
              <a:t>and</a:t>
            </a:r>
            <a:r>
              <a:rPr dirty="0" sz="1550" spc="29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44444"/>
                </a:solidFill>
                <a:latin typeface="Times New Roman"/>
                <a:cs typeface="Times New Roman"/>
              </a:rPr>
              <a:t>diet</a:t>
            </a:r>
            <a:r>
              <a:rPr dirty="0" sz="1550" spc="24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595959"/>
                </a:solidFill>
                <a:latin typeface="Times New Roman"/>
                <a:cs typeface="Times New Roman"/>
              </a:rPr>
              <a:t>i”uIes.</a:t>
            </a:r>
            <a:r>
              <a:rPr dirty="0" sz="1550" spc="25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25252"/>
                </a:solidFill>
                <a:latin typeface="Times New Roman"/>
                <a:cs typeface="Times New Roman"/>
              </a:rPr>
              <a:t>safely.</a:t>
            </a:r>
            <a:r>
              <a:rPr dirty="0" sz="1550" spc="31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525252"/>
                </a:solidFill>
                <a:latin typeface="Times New Roman"/>
                <a:cs typeface="Times New Roman"/>
              </a:rPr>
              <a:t>oei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011612" y="6205042"/>
            <a:ext cx="3136900" cy="13658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125">
                <a:solidFill>
                  <a:srgbClr val="0F0F0F"/>
                </a:solidFill>
                <a:latin typeface="Cambria"/>
                <a:cs typeface="Cambria"/>
              </a:rPr>
              <a:t>Live</a:t>
            </a:r>
            <a:r>
              <a:rPr dirty="0" sz="1900" spc="17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1900" spc="-10">
                <a:solidFill>
                  <a:srgbClr val="0F0F0F"/>
                </a:solidFill>
                <a:latin typeface="Cambria"/>
                <a:cs typeface="Cambria"/>
              </a:rPr>
              <a:t>helpers</a:t>
            </a:r>
            <a:endParaRPr sz="1900">
              <a:latin typeface="Cambria"/>
              <a:cs typeface="Cambria"/>
            </a:endParaRPr>
          </a:p>
          <a:p>
            <a:pPr marL="25400" marR="5080" indent="-4445">
              <a:lnSpc>
                <a:spcPct val="124900"/>
              </a:lnSpc>
              <a:spcBef>
                <a:spcPts val="815"/>
              </a:spcBef>
            </a:pPr>
            <a:r>
              <a:rPr dirty="0" sz="1650">
                <a:solidFill>
                  <a:srgbClr val="4F4F4F"/>
                </a:solidFill>
                <a:latin typeface="Times New Roman"/>
                <a:cs typeface="Times New Roman"/>
              </a:rPr>
              <a:t>Small</a:t>
            </a:r>
            <a:r>
              <a:rPr dirty="0" sz="1650" spc="229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25252"/>
                </a:solidFill>
                <a:latin typeface="Times New Roman"/>
                <a:cs typeface="Times New Roman"/>
              </a:rPr>
              <a:t>conilectecl</a:t>
            </a:r>
            <a:r>
              <a:rPr dirty="0" sz="1650" spc="2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95959"/>
                </a:solidFill>
                <a:latin typeface="Times New Roman"/>
                <a:cs typeface="Times New Roman"/>
              </a:rPr>
              <a:t>sei</a:t>
            </a:r>
            <a:r>
              <a:rPr dirty="0" sz="1650" spc="-85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95959"/>
                </a:solidFill>
                <a:latin typeface="Times New Roman"/>
                <a:cs typeface="Times New Roman"/>
              </a:rPr>
              <a:t>vices</a:t>
            </a:r>
            <a:r>
              <a:rPr dirty="0" sz="1650" spc="185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4B4B4B"/>
                </a:solidFill>
                <a:latin typeface="Times New Roman"/>
                <a:cs typeface="Times New Roman"/>
              </a:rPr>
              <a:t>check </a:t>
            </a:r>
            <a:r>
              <a:rPr dirty="0" sz="1650">
                <a:solidFill>
                  <a:srgbClr val="424242"/>
                </a:solidFill>
                <a:latin typeface="Times New Roman"/>
                <a:cs typeface="Times New Roman"/>
              </a:rPr>
              <a:t>weather.</a:t>
            </a:r>
            <a:r>
              <a:rPr dirty="0" sz="1650" spc="24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dirty="0" sz="1650" spc="-105">
                <a:solidFill>
                  <a:srgbClr val="464646"/>
                </a:solidFill>
                <a:latin typeface="Times New Roman"/>
                <a:cs typeface="Times New Roman"/>
              </a:rPr>
              <a:t>neai”Gy</a:t>
            </a:r>
            <a:r>
              <a:rPr dirty="0" sz="1650" spc="14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4D4D4D"/>
                </a:solidFill>
                <a:latin typeface="Times New Roman"/>
                <a:cs typeface="Times New Roman"/>
              </a:rPr>
              <a:t>stoi”es.</a:t>
            </a:r>
            <a:r>
              <a:rPr dirty="0" sz="1650" spc="18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650" spc="-60">
                <a:solidFill>
                  <a:srgbClr val="545454"/>
                </a:solidFill>
                <a:latin typeface="Times New Roman"/>
                <a:cs typeface="Times New Roman"/>
              </a:rPr>
              <a:t>oi”ices</a:t>
            </a:r>
            <a:r>
              <a:rPr dirty="0" sz="1650" spc="13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505050"/>
                </a:solidFill>
                <a:latin typeface="Times New Roman"/>
                <a:cs typeface="Times New Roman"/>
              </a:rPr>
              <a:t>and </a:t>
            </a:r>
            <a:r>
              <a:rPr dirty="0" sz="1650" spc="-30">
                <a:solidFill>
                  <a:srgbClr val="525252"/>
                </a:solidFill>
                <a:latin typeface="Times New Roman"/>
                <a:cs typeface="Times New Roman"/>
              </a:rPr>
              <a:t>i”ecipes</a:t>
            </a:r>
            <a:r>
              <a:rPr dirty="0" sz="1650" spc="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567579"/>
                </a:solidFill>
                <a:latin typeface="Times New Roman"/>
                <a:cs typeface="Times New Roman"/>
              </a:rPr>
              <a:t>in</a:t>
            </a:r>
            <a:r>
              <a:rPr dirty="0" sz="1650" spc="150">
                <a:solidFill>
                  <a:srgbClr val="567579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4D4D4D"/>
                </a:solidFill>
                <a:latin typeface="Times New Roman"/>
                <a:cs typeface="Times New Roman"/>
              </a:rPr>
              <a:t>real</a:t>
            </a:r>
            <a:r>
              <a:rPr dirty="0" sz="1650" spc="9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565656"/>
                </a:solidFill>
                <a:latin typeface="Times New Roman"/>
                <a:cs typeface="Times New Roman"/>
              </a:rPr>
              <a:t>time.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03533" y="5088850"/>
            <a:ext cx="11504930" cy="887730"/>
          </a:xfrm>
          <a:custGeom>
            <a:avLst/>
            <a:gdLst/>
            <a:ahLst/>
            <a:cxnLst/>
            <a:rect l="l" t="t" r="r" b="b"/>
            <a:pathLst>
              <a:path w="11504930" h="887729">
                <a:moveTo>
                  <a:pt x="11504886" y="887407"/>
                </a:moveTo>
                <a:lnTo>
                  <a:pt x="0" y="887407"/>
                </a:lnTo>
                <a:lnTo>
                  <a:pt x="0" y="0"/>
                </a:lnTo>
                <a:lnTo>
                  <a:pt x="11504886" y="0"/>
                </a:lnTo>
                <a:lnTo>
                  <a:pt x="11504886" y="887407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6980" y="4779038"/>
            <a:ext cx="11400155" cy="11645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450" spc="-90">
                <a:solidFill>
                  <a:srgbClr val="EFEFEF"/>
                </a:solidFill>
              </a:rPr>
              <a:t>AI</a:t>
            </a:r>
            <a:r>
              <a:rPr dirty="0" sz="7450" spc="-440">
                <a:solidFill>
                  <a:srgbClr val="EFEFEF"/>
                </a:solidFill>
              </a:rPr>
              <a:t> </a:t>
            </a:r>
            <a:r>
              <a:rPr dirty="0" sz="7450">
                <a:solidFill>
                  <a:srgbClr val="FFFFFF"/>
                </a:solidFill>
              </a:rPr>
              <a:t>Architecture</a:t>
            </a:r>
            <a:r>
              <a:rPr dirty="0" sz="7450" spc="440">
                <a:solidFill>
                  <a:srgbClr val="FFFFFF"/>
                </a:solidFill>
              </a:rPr>
              <a:t> </a:t>
            </a:r>
            <a:r>
              <a:rPr dirty="0" sz="7450">
                <a:solidFill>
                  <a:srgbClr val="EFEFEF"/>
                </a:solidFill>
              </a:rPr>
              <a:t>&amp;</a:t>
            </a:r>
            <a:r>
              <a:rPr dirty="0" sz="7450" spc="-40">
                <a:solidFill>
                  <a:srgbClr val="EFEFEF"/>
                </a:solidFill>
              </a:rPr>
              <a:t> </a:t>
            </a:r>
            <a:r>
              <a:rPr dirty="0" sz="7450" spc="-10">
                <a:solidFill>
                  <a:srgbClr val="FFFFFF"/>
                </a:solidFill>
              </a:rPr>
              <a:t>Integration</a:t>
            </a:r>
            <a:endParaRPr sz="74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4257040" cy="0"/>
          </a:xfrm>
          <a:custGeom>
            <a:avLst/>
            <a:gdLst/>
            <a:ahLst/>
            <a:cxnLst/>
            <a:rect l="l" t="t" r="r" b="b"/>
            <a:pathLst>
              <a:path w="4257040" h="0">
                <a:moveTo>
                  <a:pt x="0" y="0"/>
                </a:moveTo>
                <a:lnTo>
                  <a:pt x="4256415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507533" y="10307277"/>
            <a:ext cx="2630805" cy="0"/>
          </a:xfrm>
          <a:custGeom>
            <a:avLst/>
            <a:gdLst/>
            <a:ahLst/>
            <a:cxnLst/>
            <a:rect l="l" t="t" r="r" b="b"/>
            <a:pathLst>
              <a:path w="2630805" h="0">
                <a:moveTo>
                  <a:pt x="0" y="0"/>
                </a:moveTo>
                <a:lnTo>
                  <a:pt x="2630810" y="0"/>
                </a:lnTo>
              </a:path>
            </a:pathLst>
          </a:custGeom>
          <a:ln w="235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52141" y="10299424"/>
            <a:ext cx="3015615" cy="0"/>
          </a:xfrm>
          <a:custGeom>
            <a:avLst/>
            <a:gdLst/>
            <a:ahLst/>
            <a:cxnLst/>
            <a:rect l="l" t="t" r="r" b="b"/>
            <a:pathLst>
              <a:path w="3015615" h="0">
                <a:moveTo>
                  <a:pt x="0" y="0"/>
                </a:moveTo>
                <a:lnTo>
                  <a:pt x="3015615" y="0"/>
                </a:lnTo>
              </a:path>
            </a:pathLst>
          </a:custGeom>
          <a:ln w="235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491827" y="9875353"/>
            <a:ext cx="2639060" cy="0"/>
          </a:xfrm>
          <a:custGeom>
            <a:avLst/>
            <a:gdLst/>
            <a:ahLst/>
            <a:cxnLst/>
            <a:rect l="l" t="t" r="r" b="b"/>
            <a:pathLst>
              <a:path w="2639059" h="0">
                <a:moveTo>
                  <a:pt x="0" y="0"/>
                </a:moveTo>
                <a:lnTo>
                  <a:pt x="2638663" y="0"/>
                </a:lnTo>
              </a:path>
            </a:pathLst>
          </a:custGeom>
          <a:ln w="235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495" y="9392384"/>
            <a:ext cx="180622" cy="26700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8237" y="7915989"/>
            <a:ext cx="2379508" cy="1335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6389" y="6675189"/>
            <a:ext cx="1554926" cy="1884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32161" y="7845311"/>
            <a:ext cx="2654369" cy="20418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78120" y="7915989"/>
            <a:ext cx="541868" cy="13350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954980" y="9368825"/>
            <a:ext cx="180622" cy="29056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968495" y="2560131"/>
            <a:ext cx="14167485" cy="7091680"/>
            <a:chOff x="2968495" y="2560131"/>
            <a:chExt cx="14167485" cy="709168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900008" y="2560131"/>
              <a:ext cx="235594" cy="2984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68495" y="2560131"/>
              <a:ext cx="14159865" cy="7091680"/>
            </a:xfrm>
            <a:custGeom>
              <a:avLst/>
              <a:gdLst/>
              <a:ahLst/>
              <a:cxnLst/>
              <a:rect l="l" t="t" r="r" b="b"/>
              <a:pathLst>
                <a:path w="14159865" h="7091680">
                  <a:moveTo>
                    <a:pt x="14159255" y="7091407"/>
                  </a:moveTo>
                  <a:lnTo>
                    <a:pt x="0" y="7091407"/>
                  </a:lnTo>
                  <a:lnTo>
                    <a:pt x="0" y="0"/>
                  </a:lnTo>
                  <a:lnTo>
                    <a:pt x="14159255" y="0"/>
                  </a:lnTo>
                  <a:lnTo>
                    <a:pt x="14159255" y="7091407"/>
                  </a:lnTo>
                  <a:close/>
                </a:path>
              </a:pathLst>
            </a:custGeom>
            <a:solidFill>
              <a:srgbClr val="D8E2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778994" y="5672336"/>
            <a:ext cx="1360170" cy="548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Vertex</a:t>
            </a:r>
            <a:r>
              <a:rPr dirty="0" sz="16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Gemini</a:t>
            </a:r>
            <a:endParaRPr sz="1650">
              <a:latin typeface="Arial MT"/>
              <a:cs typeface="Arial MT"/>
            </a:endParaRPr>
          </a:p>
          <a:p>
            <a:pPr marL="27940">
              <a:lnSpc>
                <a:spcPct val="100000"/>
              </a:lnSpc>
              <a:spcBef>
                <a:spcPts val="120"/>
              </a:spcBef>
            </a:pP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16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Arial MT"/>
                <a:cs typeface="Arial MT"/>
              </a:rPr>
              <a:t>Embeddings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76745" y="3220185"/>
            <a:ext cx="2376805" cy="14077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FFFFFF"/>
                </a:solidFill>
                <a:latin typeface="Arial MT"/>
                <a:cs typeface="Arial MT"/>
              </a:rPr>
              <a:t>Chat</a:t>
            </a:r>
            <a:r>
              <a:rPr dirty="0" sz="20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FFFFFF"/>
                </a:solidFill>
                <a:latin typeface="Arial MT"/>
                <a:cs typeface="Arial MT"/>
              </a:rPr>
              <a:t>UI</a:t>
            </a:r>
            <a:r>
              <a:rPr dirty="0" sz="20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205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 spc="-45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050">
              <a:latin typeface="Arial MT"/>
              <a:cs typeface="Arial MT"/>
            </a:endParaRPr>
          </a:p>
          <a:p>
            <a:pPr marL="510540">
              <a:lnSpc>
                <a:spcPct val="100000"/>
              </a:lnSpc>
            </a:pPr>
            <a:r>
              <a:rPr dirty="0" sz="2050" spc="45">
                <a:solidFill>
                  <a:srgbClr val="FFFFFF"/>
                </a:solidFill>
                <a:latin typeface="Arial MT"/>
                <a:cs typeface="Arial MT"/>
              </a:rPr>
              <a:t>Orchestrator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82536" y="6043398"/>
            <a:ext cx="1400810" cy="222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50">
                <a:solidFill>
                  <a:srgbClr val="FFFFFF"/>
                </a:solidFill>
                <a:latin typeface="Arial MT"/>
                <a:cs typeface="Arial MT"/>
              </a:rPr>
              <a:t>Wave</a:t>
            </a:r>
            <a:r>
              <a:rPr dirty="0" sz="1250" spc="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F4F4F4"/>
                </a:solidFill>
                <a:latin typeface="Arial MT"/>
                <a:cs typeface="Arial MT"/>
              </a:rPr>
              <a:t>2</a:t>
            </a:r>
            <a:r>
              <a:rPr dirty="0" sz="1250" spc="4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 MT"/>
                <a:cs typeface="Arial MT"/>
              </a:rPr>
              <a:t>Sequential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37614" y="8443193"/>
            <a:ext cx="153797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3450" spc="260">
                <a:solidFill>
                  <a:srgbClr val="FFFFFF"/>
                </a:solidFill>
                <a:latin typeface="Arial MT"/>
                <a:cs typeface="Arial MT"/>
              </a:rPr>
              <a:t>plango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018842" y="5601658"/>
            <a:ext cx="1017269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650" spc="-75">
                <a:solidFill>
                  <a:srgbClr val="FFFFFF"/>
                </a:solidFill>
                <a:latin typeface="Arial MT"/>
                <a:cs typeface="Arial MT"/>
              </a:rPr>
              <a:t>Supabase</a:t>
            </a:r>
            <a:r>
              <a:rPr dirty="0" sz="16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 MT"/>
                <a:cs typeface="Arial MT"/>
              </a:rPr>
              <a:t>*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87317" y="5853613"/>
            <a:ext cx="1358265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229870">
              <a:lnSpc>
                <a:spcPct val="116399"/>
              </a:lnSpc>
              <a:spcBef>
                <a:spcPts val="100"/>
              </a:spcBef>
            </a:pP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pgvector 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RAG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 +</a:t>
            </a:r>
            <a:r>
              <a:rPr dirty="0" sz="15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Memory</a:t>
            </a:r>
            <a:endParaRPr sz="155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99260" y="10036343"/>
            <a:ext cx="2795726" cy="14135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502055" y="10444708"/>
            <a:ext cx="471189" cy="47118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106836" y="473541"/>
            <a:ext cx="13309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0985" indent="-248285">
              <a:lnSpc>
                <a:spcPct val="100000"/>
              </a:lnSpc>
              <a:spcBef>
                <a:spcPts val="125"/>
              </a:spcBef>
              <a:buClr>
                <a:srgbClr val="13935D"/>
              </a:buClr>
              <a:buChar char="•"/>
              <a:tabLst>
                <a:tab pos="260985" algn="l"/>
              </a:tabLst>
            </a:pPr>
            <a:r>
              <a:rPr dirty="0" sz="1650" spc="-110">
                <a:solidFill>
                  <a:srgbClr val="99ACB5"/>
                </a:solidFill>
                <a:latin typeface="Arial MT"/>
                <a:cs typeface="Arial MT"/>
              </a:rPr>
              <a:t>p</a:t>
            </a:r>
            <a:r>
              <a:rPr dirty="0" sz="1650" spc="-210">
                <a:solidFill>
                  <a:srgbClr val="99ACB5"/>
                </a:solidFill>
                <a:latin typeface="Arial MT"/>
                <a:cs typeface="Arial MT"/>
              </a:rPr>
              <a:t> </a:t>
            </a:r>
            <a:r>
              <a:rPr dirty="0" sz="1650" spc="114">
                <a:solidFill>
                  <a:srgbClr val="5E5E5E"/>
                </a:solidFill>
                <a:latin typeface="Arial MT"/>
                <a:cs typeface="Arial MT"/>
              </a:rPr>
              <a:t>tang</a:t>
            </a:r>
            <a:r>
              <a:rPr dirty="0" sz="1650" spc="-275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8EACB6"/>
                </a:solidFill>
                <a:latin typeface="Arial MT"/>
                <a:cs typeface="Arial MT"/>
              </a:rPr>
              <a:t>o</a:t>
            </a:r>
            <a:r>
              <a:rPr dirty="0" sz="1650" spc="70">
                <a:solidFill>
                  <a:srgbClr val="8EACB6"/>
                </a:solidFill>
                <a:latin typeface="Arial MT"/>
                <a:cs typeface="Arial MT"/>
              </a:rPr>
              <a:t>  </a:t>
            </a:r>
            <a:r>
              <a:rPr dirty="0" sz="1650" spc="-45">
                <a:solidFill>
                  <a:srgbClr val="5D5D5D"/>
                </a:solidFill>
                <a:latin typeface="Arial MT"/>
                <a:cs typeface="Arial MT"/>
              </a:rPr>
              <a:t>AI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0650" y="1316426"/>
            <a:ext cx="4812665" cy="107569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509"/>
              </a:spcBef>
              <a:tabLst>
                <a:tab pos="451484" algn="l"/>
                <a:tab pos="739775" algn="l"/>
                <a:tab pos="1748155" algn="l"/>
              </a:tabLst>
            </a:pPr>
            <a:r>
              <a:rPr dirty="0" sz="1800" spc="-150">
                <a:solidFill>
                  <a:srgbClr val="34A87C"/>
                </a:solidFill>
                <a:latin typeface="Arial MT"/>
                <a:cs typeface="Arial MT"/>
              </a:rPr>
              <a:t>8</a:t>
            </a:r>
            <a:r>
              <a:rPr dirty="0" sz="1800" spc="-185">
                <a:solidFill>
                  <a:srgbClr val="34A87C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429775"/>
                </a:solidFill>
                <a:latin typeface="Arial MT"/>
                <a:cs typeface="Arial MT"/>
              </a:rPr>
              <a:t>3</a:t>
            </a:r>
            <a:r>
              <a:rPr dirty="0" sz="1800">
                <a:solidFill>
                  <a:srgbClr val="429775"/>
                </a:solidFill>
                <a:latin typeface="Arial MT"/>
                <a:cs typeface="Arial MT"/>
              </a:rPr>
              <a:t>	</a:t>
            </a:r>
            <a:r>
              <a:rPr dirty="0" sz="1800" spc="-919">
                <a:solidFill>
                  <a:srgbClr val="348C66"/>
                </a:solidFill>
                <a:latin typeface="Arial MT"/>
                <a:cs typeface="Arial MT"/>
              </a:rPr>
              <a:t>—</a:t>
            </a:r>
            <a:r>
              <a:rPr dirty="0" sz="1800">
                <a:solidFill>
                  <a:srgbClr val="348C66"/>
                </a:solidFill>
                <a:latin typeface="Arial MT"/>
                <a:cs typeface="Arial MT"/>
              </a:rPr>
              <a:t>	</a:t>
            </a:r>
            <a:r>
              <a:rPr dirty="0" sz="1800" spc="-190">
                <a:solidFill>
                  <a:srgbClr val="31A06D"/>
                </a:solidFill>
                <a:latin typeface="Arial MT"/>
                <a:cs typeface="Arial MT"/>
              </a:rPr>
              <a:t>SYS</a:t>
            </a:r>
            <a:r>
              <a:rPr dirty="0" sz="1800" spc="-185">
                <a:solidFill>
                  <a:srgbClr val="31A06D"/>
                </a:solidFill>
                <a:latin typeface="Arial MT"/>
                <a:cs typeface="Arial MT"/>
              </a:rPr>
              <a:t> </a:t>
            </a:r>
            <a:r>
              <a:rPr dirty="0" sz="1800" spc="-254">
                <a:solidFill>
                  <a:srgbClr val="23907C"/>
                </a:solidFill>
                <a:latin typeface="Arial MT"/>
                <a:cs typeface="Arial MT"/>
              </a:rPr>
              <a:t>T</a:t>
            </a:r>
            <a:r>
              <a:rPr dirty="0" sz="1800" spc="-270">
                <a:solidFill>
                  <a:srgbClr val="23907C"/>
                </a:solidFill>
                <a:latin typeface="Arial MT"/>
                <a:cs typeface="Arial MT"/>
              </a:rPr>
              <a:t> </a:t>
            </a:r>
            <a:r>
              <a:rPr dirty="0" sz="1800" spc="-300">
                <a:solidFill>
                  <a:srgbClr val="139A62"/>
                </a:solidFill>
                <a:latin typeface="Arial MT"/>
                <a:cs typeface="Arial MT"/>
              </a:rPr>
              <a:t>E</a:t>
            </a:r>
            <a:r>
              <a:rPr dirty="0" sz="1800" spc="-140">
                <a:solidFill>
                  <a:srgbClr val="139A62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1F9A6B"/>
                </a:solidFill>
                <a:latin typeface="Arial MT"/>
                <a:cs typeface="Arial MT"/>
              </a:rPr>
              <a:t>łt</a:t>
            </a:r>
            <a:r>
              <a:rPr dirty="0" sz="1800">
                <a:solidFill>
                  <a:srgbClr val="1F9A6B"/>
                </a:solidFill>
                <a:latin typeface="Arial MT"/>
                <a:cs typeface="Arial MT"/>
              </a:rPr>
              <a:t>	</a:t>
            </a:r>
            <a:r>
              <a:rPr dirty="0" sz="1800" spc="-280">
                <a:solidFill>
                  <a:srgbClr val="2A9A69"/>
                </a:solidFill>
                <a:latin typeface="Arial MT"/>
                <a:cs typeface="Arial MT"/>
              </a:rPr>
              <a:t>AR</a:t>
            </a:r>
            <a:r>
              <a:rPr dirty="0" sz="1800" spc="-200">
                <a:solidFill>
                  <a:srgbClr val="2A9A69"/>
                </a:solidFill>
                <a:latin typeface="Arial MT"/>
                <a:cs typeface="Arial MT"/>
              </a:rPr>
              <a:t> </a:t>
            </a:r>
            <a:r>
              <a:rPr dirty="0" sz="1800" spc="-550">
                <a:solidFill>
                  <a:srgbClr val="1FA775"/>
                </a:solidFill>
                <a:latin typeface="Arial MT"/>
                <a:cs typeface="Arial MT"/>
              </a:rPr>
              <a:t>C</a:t>
            </a:r>
            <a:r>
              <a:rPr dirty="0" sz="1800" spc="-200">
                <a:solidFill>
                  <a:srgbClr val="1FA775"/>
                </a:solidFill>
                <a:latin typeface="Arial MT"/>
                <a:cs typeface="Arial MT"/>
              </a:rPr>
              <a:t> </a:t>
            </a:r>
            <a:r>
              <a:rPr dirty="0" sz="1800" spc="-45">
                <a:solidFill>
                  <a:srgbClr val="0F9569"/>
                </a:solidFill>
                <a:latin typeface="Arial MT"/>
                <a:cs typeface="Arial MT"/>
              </a:rPr>
              <a:t>H</a:t>
            </a:r>
            <a:r>
              <a:rPr dirty="0" sz="1800" spc="-45">
                <a:solidFill>
                  <a:srgbClr val="288352"/>
                </a:solidFill>
                <a:latin typeface="Arial MT"/>
                <a:cs typeface="Arial MT"/>
              </a:rPr>
              <a:t>I</a:t>
            </a:r>
            <a:r>
              <a:rPr dirty="0" sz="1800" spc="125">
                <a:solidFill>
                  <a:srgbClr val="288352"/>
                </a:solidFill>
                <a:latin typeface="Arial MT"/>
                <a:cs typeface="Arial MT"/>
              </a:rPr>
              <a:t> </a:t>
            </a:r>
            <a:r>
              <a:rPr dirty="0" sz="1800" spc="-254">
                <a:solidFill>
                  <a:srgbClr val="0A8E62"/>
                </a:solidFill>
                <a:latin typeface="Arial MT"/>
                <a:cs typeface="Arial MT"/>
              </a:rPr>
              <a:t>T</a:t>
            </a:r>
            <a:r>
              <a:rPr dirty="0" sz="1800" spc="-275">
                <a:solidFill>
                  <a:srgbClr val="0A8E62"/>
                </a:solidFill>
                <a:latin typeface="Arial MT"/>
                <a:cs typeface="Arial MT"/>
              </a:rPr>
              <a:t> </a:t>
            </a:r>
            <a:r>
              <a:rPr dirty="0" sz="1800" spc="-300">
                <a:solidFill>
                  <a:srgbClr val="16975B"/>
                </a:solidFill>
                <a:latin typeface="Arial MT"/>
                <a:cs typeface="Arial MT"/>
              </a:rPr>
              <a:t>E</a:t>
            </a:r>
            <a:r>
              <a:rPr dirty="0" sz="1800" spc="-240">
                <a:solidFill>
                  <a:srgbClr val="16975B"/>
                </a:solidFill>
                <a:latin typeface="Arial MT"/>
                <a:cs typeface="Arial MT"/>
              </a:rPr>
              <a:t> </a:t>
            </a:r>
            <a:r>
              <a:rPr dirty="0" sz="1800" spc="-484">
                <a:solidFill>
                  <a:srgbClr val="3B9E75"/>
                </a:solidFill>
                <a:latin typeface="Arial MT"/>
                <a:cs typeface="Arial MT"/>
              </a:rPr>
              <a:t>C</a:t>
            </a:r>
            <a:r>
              <a:rPr dirty="0" sz="1800" spc="-160">
                <a:solidFill>
                  <a:srgbClr val="3B9E75"/>
                </a:solidFill>
                <a:latin typeface="Arial MT"/>
                <a:cs typeface="Arial MT"/>
              </a:rPr>
              <a:t> </a:t>
            </a:r>
            <a:r>
              <a:rPr dirty="0" sz="1800" spc="-320">
                <a:solidFill>
                  <a:srgbClr val="38A179"/>
                </a:solidFill>
                <a:latin typeface="Arial MT"/>
                <a:cs typeface="Arial MT"/>
              </a:rPr>
              <a:t>T</a:t>
            </a:r>
            <a:r>
              <a:rPr dirty="0" sz="1800" spc="-270">
                <a:solidFill>
                  <a:srgbClr val="38A17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1F9572"/>
                </a:solidFill>
                <a:latin typeface="Arial MT"/>
                <a:cs typeface="Arial MT"/>
              </a:rPr>
              <a:t>U</a:t>
            </a:r>
            <a:r>
              <a:rPr dirty="0" sz="1800" spc="-25">
                <a:solidFill>
                  <a:srgbClr val="119180"/>
                </a:solidFill>
                <a:latin typeface="Arial MT"/>
                <a:cs typeface="Arial MT"/>
              </a:rPr>
              <a:t>RE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4000" spc="75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4000" spc="-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system,</a:t>
            </a:r>
            <a:r>
              <a:rPr dirty="0" sz="4000" spc="45">
                <a:latin typeface="Times New Roman"/>
                <a:cs typeface="Times New Roman"/>
              </a:rPr>
              <a:t> </a:t>
            </a:r>
            <a:r>
              <a:rPr dirty="0" sz="4000" spc="55">
                <a:solidFill>
                  <a:srgbClr val="0F0F0F"/>
                </a:solidFill>
                <a:latin typeface="Times New Roman"/>
                <a:cs typeface="Times New Roman"/>
              </a:rPr>
              <a:t>end</a:t>
            </a:r>
            <a:r>
              <a:rPr dirty="0" sz="400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131313"/>
                </a:solidFill>
                <a:latin typeface="Times New Roman"/>
                <a:cs typeface="Times New Roman"/>
              </a:rPr>
              <a:t>to</a:t>
            </a:r>
            <a:r>
              <a:rPr dirty="0" sz="4000" spc="-9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4000" spc="30">
                <a:solidFill>
                  <a:srgbClr val="111111"/>
                </a:solidFill>
                <a:latin typeface="Times New Roman"/>
                <a:cs typeface="Times New Roman"/>
              </a:rPr>
              <a:t>end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26800" y="10525591"/>
            <a:ext cx="80010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8485" algn="l"/>
              </a:tabLst>
            </a:pPr>
            <a:r>
              <a:rPr dirty="0" sz="1650">
                <a:solidFill>
                  <a:srgbClr val="898989"/>
                </a:solidFill>
                <a:latin typeface="Arial MT"/>
                <a:cs typeface="Arial MT"/>
              </a:rPr>
              <a:t>õ7</a:t>
            </a:r>
            <a:r>
              <a:rPr dirty="0" sz="1650" spc="409">
                <a:solidFill>
                  <a:srgbClr val="898989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8C8C8C"/>
                </a:solidFill>
                <a:latin typeface="Arial MT"/>
                <a:cs typeface="Arial MT"/>
              </a:rPr>
              <a:t>/</a:t>
            </a:r>
            <a:r>
              <a:rPr dirty="0" sz="1650">
                <a:solidFill>
                  <a:srgbClr val="8C8C8C"/>
                </a:solidFill>
                <a:latin typeface="Arial MT"/>
                <a:cs typeface="Arial MT"/>
              </a:rPr>
              <a:t>	</a:t>
            </a:r>
            <a:r>
              <a:rPr dirty="0" sz="1650" spc="-65">
                <a:solidFill>
                  <a:srgbClr val="878787"/>
                </a:solidFill>
                <a:latin typeface="Arial MT"/>
                <a:cs typeface="Arial MT"/>
              </a:rPr>
              <a:t>22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526560" y="9944457"/>
            <a:ext cx="248475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173605" algn="l"/>
              </a:tabLst>
            </a:pPr>
            <a:r>
              <a:rPr dirty="0" sz="1650">
                <a:solidFill>
                  <a:srgbClr val="24956B"/>
                </a:solidFill>
                <a:latin typeface="Arial MT"/>
                <a:cs typeface="Arial MT"/>
              </a:rPr>
              <a:t>Agents</a:t>
            </a:r>
            <a:r>
              <a:rPr dirty="0" sz="1650" spc="480">
                <a:solidFill>
                  <a:srgbClr val="24956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4C693"/>
                </a:solidFill>
                <a:latin typeface="Arial MT"/>
                <a:cs typeface="Arial MT"/>
              </a:rPr>
              <a:t>each</a:t>
            </a:r>
            <a:r>
              <a:rPr dirty="0" sz="1650" spc="425">
                <a:solidFill>
                  <a:srgbClr val="54C69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9972"/>
                </a:solidFill>
                <a:latin typeface="Arial MT"/>
                <a:cs typeface="Arial MT"/>
              </a:rPr>
              <a:t>do</a:t>
            </a:r>
            <a:r>
              <a:rPr dirty="0" sz="1650" spc="405">
                <a:solidFill>
                  <a:srgbClr val="249972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64BF9A"/>
                </a:solidFill>
                <a:latin typeface="Arial MT"/>
                <a:cs typeface="Arial MT"/>
              </a:rPr>
              <a:t>one</a:t>
            </a:r>
            <a:r>
              <a:rPr dirty="0" sz="1650">
                <a:solidFill>
                  <a:srgbClr val="64BF9A"/>
                </a:solidFill>
                <a:latin typeface="Arial MT"/>
                <a:cs typeface="Arial MT"/>
              </a:rPr>
              <a:t>	</a:t>
            </a:r>
            <a:r>
              <a:rPr dirty="0" sz="1650" spc="-35">
                <a:solidFill>
                  <a:srgbClr val="54AA82"/>
                </a:solidFill>
                <a:latin typeface="Arial MT"/>
                <a:cs typeface="Arial MT"/>
              </a:rPr>
              <a:t>j</a:t>
            </a:r>
            <a:r>
              <a:rPr dirty="0" sz="1650" spc="-125">
                <a:solidFill>
                  <a:srgbClr val="54AA82"/>
                </a:solidFill>
                <a:latin typeface="Arial MT"/>
                <a:cs typeface="Arial MT"/>
              </a:rPr>
              <a:t> </a:t>
            </a:r>
            <a:r>
              <a:rPr dirty="0" sz="1650" spc="-55">
                <a:solidFill>
                  <a:srgbClr val="77C1A8"/>
                </a:solidFill>
                <a:latin typeface="Arial MT"/>
                <a:cs typeface="Arial MT"/>
              </a:rPr>
              <a:t>ob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036786" y="506263"/>
            <a:ext cx="1921510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05130" algn="l"/>
              </a:tabLst>
            </a:pPr>
            <a:r>
              <a:rPr dirty="0" sz="1400" spc="-165">
                <a:solidFill>
                  <a:srgbClr val="959595"/>
                </a:solidFill>
                <a:latin typeface="Arial MT"/>
                <a:cs typeface="Arial MT"/>
              </a:rPr>
              <a:t>A</a:t>
            </a:r>
            <a:r>
              <a:rPr dirty="0" sz="1400" spc="-190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9C9C9C"/>
                </a:solidFill>
                <a:latin typeface="Arial MT"/>
                <a:cs typeface="Arial MT"/>
              </a:rPr>
              <a:t>I</a:t>
            </a:r>
            <a:r>
              <a:rPr dirty="0" sz="1400">
                <a:solidFill>
                  <a:srgbClr val="9C9C9C"/>
                </a:solidFill>
                <a:latin typeface="Arial MT"/>
                <a:cs typeface="Arial MT"/>
              </a:rPr>
              <a:t>	</a:t>
            </a:r>
            <a:r>
              <a:rPr dirty="0" sz="1400" spc="-225">
                <a:solidFill>
                  <a:srgbClr val="878787"/>
                </a:solidFill>
                <a:latin typeface="Arial MT"/>
                <a:cs typeface="Arial MT"/>
              </a:rPr>
              <a:t>A</a:t>
            </a:r>
            <a:r>
              <a:rPr dirty="0" sz="1400" spc="-17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dirty="0" sz="1400" spc="-140">
                <a:solidFill>
                  <a:srgbClr val="959595"/>
                </a:solidFill>
                <a:latin typeface="Arial MT"/>
                <a:cs typeface="Arial MT"/>
              </a:rPr>
              <a:t>RC</a:t>
            </a:r>
            <a:r>
              <a:rPr dirty="0" sz="1400" spc="-195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1400" spc="-180">
                <a:solidFill>
                  <a:srgbClr val="898989"/>
                </a:solidFill>
                <a:latin typeface="Arial MT"/>
                <a:cs typeface="Arial MT"/>
              </a:rPr>
              <a:t>H</a:t>
            </a:r>
            <a:r>
              <a:rPr dirty="0" sz="1400" spc="-210">
                <a:solidFill>
                  <a:srgbClr val="89898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939393"/>
                </a:solidFill>
                <a:latin typeface="Arial MT"/>
                <a:cs typeface="Arial MT"/>
              </a:rPr>
              <a:t>I</a:t>
            </a:r>
            <a:r>
              <a:rPr dirty="0" sz="1400" spc="29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939393"/>
                </a:solidFill>
                <a:latin typeface="Arial MT"/>
                <a:cs typeface="Arial MT"/>
              </a:rPr>
              <a:t>T</a:t>
            </a:r>
            <a:r>
              <a:rPr dirty="0" sz="1400" spc="-204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1400" spc="-195">
                <a:solidFill>
                  <a:srgbClr val="919191"/>
                </a:solidFill>
                <a:latin typeface="Arial MT"/>
                <a:cs typeface="Arial MT"/>
              </a:rPr>
              <a:t>E</a:t>
            </a:r>
            <a:r>
              <a:rPr dirty="0" sz="1400" spc="-114">
                <a:solidFill>
                  <a:srgbClr val="919191"/>
                </a:solidFill>
                <a:latin typeface="Arial MT"/>
                <a:cs typeface="Arial MT"/>
              </a:rPr>
              <a:t> </a:t>
            </a:r>
            <a:r>
              <a:rPr dirty="0" sz="1400" spc="-335">
                <a:solidFill>
                  <a:srgbClr val="939393"/>
                </a:solidFill>
                <a:latin typeface="Arial MT"/>
                <a:cs typeface="Arial MT"/>
              </a:rPr>
              <a:t>C</a:t>
            </a:r>
            <a:r>
              <a:rPr dirty="0" sz="1400" spc="-11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1400" spc="-30">
                <a:solidFill>
                  <a:srgbClr val="959595"/>
                </a:solidFill>
                <a:latin typeface="Arial MT"/>
                <a:cs typeface="Arial MT"/>
              </a:rPr>
              <a:t>TU</a:t>
            </a:r>
            <a:r>
              <a:rPr dirty="0" sz="1400" spc="-200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1400" spc="-265">
                <a:solidFill>
                  <a:srgbClr val="858585"/>
                </a:solidFill>
                <a:latin typeface="Arial MT"/>
                <a:cs typeface="Arial MT"/>
              </a:rPr>
              <a:t>R</a:t>
            </a:r>
            <a:r>
              <a:rPr dirty="0" sz="1400" spc="-100">
                <a:solidFill>
                  <a:srgbClr val="858585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828282"/>
                </a:solidFill>
                <a:latin typeface="Arial MT"/>
                <a:cs typeface="Arial MT"/>
              </a:rPr>
              <a:t>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1306" y="3612455"/>
            <a:ext cx="4955346" cy="119368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387361" y="10668523"/>
            <a:ext cx="4979035" cy="0"/>
          </a:xfrm>
          <a:custGeom>
            <a:avLst/>
            <a:gdLst/>
            <a:ahLst/>
            <a:cxnLst/>
            <a:rect l="l" t="t" r="r" b="b"/>
            <a:pathLst>
              <a:path w="4979034" h="0">
                <a:moveTo>
                  <a:pt x="0" y="0"/>
                </a:moveTo>
                <a:lnTo>
                  <a:pt x="4978906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855" y="565427"/>
            <a:ext cx="1327184" cy="1806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60597" y="4091498"/>
            <a:ext cx="526161" cy="2355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02055" y="10444708"/>
            <a:ext cx="471189" cy="4711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18322" y="1384508"/>
            <a:ext cx="343344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35609" algn="l"/>
                <a:tab pos="728980" algn="l"/>
                <a:tab pos="1737995" algn="l"/>
              </a:tabLst>
            </a:pPr>
            <a:r>
              <a:rPr dirty="0" sz="1650">
                <a:solidFill>
                  <a:srgbClr val="34A87C"/>
                </a:solidFill>
                <a:latin typeface="Times New Roman"/>
                <a:cs typeface="Times New Roman"/>
              </a:rPr>
              <a:t>0</a:t>
            </a:r>
            <a:r>
              <a:rPr dirty="0" sz="1650" spc="-80">
                <a:solidFill>
                  <a:srgbClr val="34A87C"/>
                </a:solidFill>
                <a:latin typeface="Times New Roman"/>
                <a:cs typeface="Times New Roman"/>
              </a:rPr>
              <a:t> </a:t>
            </a:r>
            <a:r>
              <a:rPr dirty="0" sz="1650" spc="5">
                <a:solidFill>
                  <a:srgbClr val="429775"/>
                </a:solidFill>
                <a:latin typeface="Times New Roman"/>
                <a:cs typeface="Times New Roman"/>
              </a:rPr>
              <a:t>3</a:t>
            </a:r>
            <a:r>
              <a:rPr dirty="0" sz="1650">
                <a:solidFill>
                  <a:srgbClr val="429775"/>
                </a:solidFill>
                <a:latin typeface="Times New Roman"/>
                <a:cs typeface="Times New Roman"/>
              </a:rPr>
              <a:t>	</a:t>
            </a:r>
            <a:r>
              <a:rPr dirty="0" sz="1650">
                <a:solidFill>
                  <a:srgbClr val="348C66"/>
                </a:solidFill>
                <a:latin typeface="Times New Roman"/>
                <a:cs typeface="Times New Roman"/>
              </a:rPr>
              <a:t>-	</a:t>
            </a:r>
            <a:r>
              <a:rPr dirty="0" sz="1650">
                <a:solidFill>
                  <a:srgbClr val="31A06D"/>
                </a:solidFill>
                <a:latin typeface="Times New Roman"/>
                <a:cs typeface="Times New Roman"/>
              </a:rPr>
              <a:t>S</a:t>
            </a:r>
            <a:r>
              <a:rPr dirty="0" sz="1650" spc="-130">
                <a:solidFill>
                  <a:srgbClr val="31A06D"/>
                </a:solidFill>
                <a:latin typeface="Times New Roman"/>
                <a:cs typeface="Times New Roman"/>
              </a:rPr>
              <a:t> </a:t>
            </a:r>
            <a:r>
              <a:rPr dirty="0" sz="1650" spc="-455">
                <a:solidFill>
                  <a:srgbClr val="28A87C"/>
                </a:solidFill>
                <a:latin typeface="Times New Roman"/>
                <a:cs typeface="Times New Roman"/>
              </a:rPr>
              <a:t>Y</a:t>
            </a:r>
            <a:r>
              <a:rPr dirty="0" sz="1650" spc="-60">
                <a:solidFill>
                  <a:srgbClr val="28A87C"/>
                </a:solidFill>
                <a:latin typeface="Times New Roman"/>
                <a:cs typeface="Times New Roman"/>
              </a:rPr>
              <a:t> </a:t>
            </a:r>
            <a:r>
              <a:rPr dirty="0" sz="1650" spc="-90">
                <a:solidFill>
                  <a:srgbClr val="38A572"/>
                </a:solidFill>
                <a:latin typeface="Times New Roman"/>
                <a:cs typeface="Times New Roman"/>
              </a:rPr>
              <a:t>S</a:t>
            </a:r>
            <a:r>
              <a:rPr dirty="0" sz="1650" spc="-140">
                <a:solidFill>
                  <a:srgbClr val="38A572"/>
                </a:solidFill>
                <a:latin typeface="Times New Roman"/>
                <a:cs typeface="Times New Roman"/>
              </a:rPr>
              <a:t> </a:t>
            </a:r>
            <a:r>
              <a:rPr dirty="0" sz="1650" spc="-170">
                <a:solidFill>
                  <a:srgbClr val="23907C"/>
                </a:solidFill>
                <a:latin typeface="Times New Roman"/>
                <a:cs typeface="Times New Roman"/>
              </a:rPr>
              <a:t>T</a:t>
            </a:r>
            <a:r>
              <a:rPr dirty="0" sz="1650" spc="-80">
                <a:solidFill>
                  <a:srgbClr val="23907C"/>
                </a:solidFill>
                <a:latin typeface="Times New Roman"/>
                <a:cs typeface="Times New Roman"/>
              </a:rPr>
              <a:t> </a:t>
            </a:r>
            <a:r>
              <a:rPr dirty="0" sz="1650" spc="-250">
                <a:solidFill>
                  <a:srgbClr val="139A62"/>
                </a:solidFill>
                <a:latin typeface="Times New Roman"/>
                <a:cs typeface="Times New Roman"/>
              </a:rPr>
              <a:t>E</a:t>
            </a:r>
            <a:r>
              <a:rPr dirty="0" sz="1650" spc="-65">
                <a:solidFill>
                  <a:srgbClr val="139A62"/>
                </a:solidFill>
                <a:latin typeface="Times New Roman"/>
                <a:cs typeface="Times New Roman"/>
              </a:rPr>
              <a:t> </a:t>
            </a:r>
            <a:r>
              <a:rPr dirty="0" sz="1650" spc="-420">
                <a:solidFill>
                  <a:srgbClr val="1A996E"/>
                </a:solidFill>
                <a:latin typeface="Times New Roman"/>
                <a:cs typeface="Times New Roman"/>
              </a:rPr>
              <a:t>H</a:t>
            </a:r>
            <a:r>
              <a:rPr dirty="0" sz="1650">
                <a:solidFill>
                  <a:srgbClr val="1A996E"/>
                </a:solidFill>
                <a:latin typeface="Times New Roman"/>
                <a:cs typeface="Times New Roman"/>
              </a:rPr>
              <a:t>	</a:t>
            </a:r>
            <a:r>
              <a:rPr dirty="0" sz="1650" spc="-195">
                <a:solidFill>
                  <a:srgbClr val="218C5D"/>
                </a:solidFill>
                <a:latin typeface="Times New Roman"/>
                <a:cs typeface="Times New Roman"/>
              </a:rPr>
              <a:t>AR</a:t>
            </a:r>
            <a:r>
              <a:rPr dirty="0" sz="1650" spc="-40">
                <a:solidFill>
                  <a:srgbClr val="218C5D"/>
                </a:solidFill>
                <a:latin typeface="Times New Roman"/>
                <a:cs typeface="Times New Roman"/>
              </a:rPr>
              <a:t> </a:t>
            </a:r>
            <a:r>
              <a:rPr dirty="0" sz="1650" spc="-365">
                <a:solidFill>
                  <a:srgbClr val="1FA775"/>
                </a:solidFill>
                <a:latin typeface="Times New Roman"/>
                <a:cs typeface="Times New Roman"/>
              </a:rPr>
              <a:t>C</a:t>
            </a:r>
            <a:r>
              <a:rPr dirty="0" sz="1650" spc="-5">
                <a:solidFill>
                  <a:srgbClr val="1FA775"/>
                </a:solidFill>
                <a:latin typeface="Times New Roman"/>
                <a:cs typeface="Times New Roman"/>
              </a:rPr>
              <a:t> </a:t>
            </a:r>
            <a:r>
              <a:rPr dirty="0" sz="1650" spc="-500">
                <a:solidFill>
                  <a:srgbClr val="0F9569"/>
                </a:solidFill>
                <a:latin typeface="Times New Roman"/>
                <a:cs typeface="Times New Roman"/>
              </a:rPr>
              <a:t>H</a:t>
            </a:r>
            <a:r>
              <a:rPr dirty="0" sz="1650" spc="55">
                <a:solidFill>
                  <a:srgbClr val="0F9569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339E66"/>
                </a:solidFill>
                <a:latin typeface="Times New Roman"/>
                <a:cs typeface="Times New Roman"/>
              </a:rPr>
              <a:t>I</a:t>
            </a:r>
            <a:r>
              <a:rPr dirty="0" sz="1650" spc="110">
                <a:solidFill>
                  <a:srgbClr val="339E66"/>
                </a:solidFill>
                <a:latin typeface="Times New Roman"/>
                <a:cs typeface="Times New Roman"/>
              </a:rPr>
              <a:t> </a:t>
            </a:r>
            <a:r>
              <a:rPr dirty="0" sz="1650" spc="-170">
                <a:solidFill>
                  <a:srgbClr val="1A957C"/>
                </a:solidFill>
                <a:latin typeface="Times New Roman"/>
                <a:cs typeface="Times New Roman"/>
              </a:rPr>
              <a:t>T</a:t>
            </a:r>
            <a:r>
              <a:rPr dirty="0" sz="1650" spc="-85">
                <a:solidFill>
                  <a:srgbClr val="1A957C"/>
                </a:solidFill>
                <a:latin typeface="Times New Roman"/>
                <a:cs typeface="Times New Roman"/>
              </a:rPr>
              <a:t> </a:t>
            </a:r>
            <a:r>
              <a:rPr dirty="0" sz="1650" spc="-305">
                <a:solidFill>
                  <a:srgbClr val="16975B"/>
                </a:solidFill>
                <a:latin typeface="Times New Roman"/>
                <a:cs typeface="Times New Roman"/>
              </a:rPr>
              <a:t>E</a:t>
            </a:r>
            <a:r>
              <a:rPr dirty="0" sz="1650" spc="-45">
                <a:solidFill>
                  <a:srgbClr val="16975B"/>
                </a:solidFill>
                <a:latin typeface="Times New Roman"/>
                <a:cs typeface="Times New Roman"/>
              </a:rPr>
              <a:t> </a:t>
            </a:r>
            <a:r>
              <a:rPr dirty="0" sz="1650" spc="-365">
                <a:solidFill>
                  <a:srgbClr val="3B9E75"/>
                </a:solidFill>
                <a:latin typeface="Times New Roman"/>
                <a:cs typeface="Times New Roman"/>
              </a:rPr>
              <a:t>C</a:t>
            </a:r>
            <a:r>
              <a:rPr dirty="0" sz="1650" spc="-30">
                <a:solidFill>
                  <a:srgbClr val="3B9E75"/>
                </a:solidFill>
                <a:latin typeface="Times New Roman"/>
                <a:cs typeface="Times New Roman"/>
              </a:rPr>
              <a:t> </a:t>
            </a:r>
            <a:r>
              <a:rPr dirty="0" sz="1650" spc="-229">
                <a:solidFill>
                  <a:srgbClr val="38A179"/>
                </a:solidFill>
                <a:latin typeface="Times New Roman"/>
                <a:cs typeface="Times New Roman"/>
              </a:rPr>
              <a:t>T</a:t>
            </a:r>
            <a:r>
              <a:rPr dirty="0" sz="1650" spc="-60">
                <a:solidFill>
                  <a:srgbClr val="38A179"/>
                </a:solidFill>
                <a:latin typeface="Times New Roman"/>
                <a:cs typeface="Times New Roman"/>
              </a:rPr>
              <a:t> </a:t>
            </a:r>
            <a:r>
              <a:rPr dirty="0" sz="1650" spc="-455">
                <a:solidFill>
                  <a:srgbClr val="1F9572"/>
                </a:solidFill>
                <a:latin typeface="Times New Roman"/>
                <a:cs typeface="Times New Roman"/>
              </a:rPr>
              <a:t>U</a:t>
            </a:r>
            <a:r>
              <a:rPr dirty="0" sz="1650" spc="5">
                <a:solidFill>
                  <a:srgbClr val="1F9572"/>
                </a:solidFill>
                <a:latin typeface="Times New Roman"/>
                <a:cs typeface="Times New Roman"/>
              </a:rPr>
              <a:t> </a:t>
            </a:r>
            <a:r>
              <a:rPr dirty="0" sz="1650" spc="-60">
                <a:solidFill>
                  <a:srgbClr val="119180"/>
                </a:solidFill>
                <a:latin typeface="Times New Roman"/>
                <a:cs typeface="Times New Roman"/>
              </a:rPr>
              <a:t>RE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3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</a:pPr>
            <a:r>
              <a:rPr dirty="0" sz="3850" spc="70">
                <a:solidFill>
                  <a:srgbClr val="131313"/>
                </a:solidFill>
              </a:rPr>
              <a:t>How</a:t>
            </a:r>
            <a:r>
              <a:rPr dirty="0" sz="3850" spc="10">
                <a:solidFill>
                  <a:srgbClr val="131313"/>
                </a:solidFill>
              </a:rPr>
              <a:t> </a:t>
            </a:r>
            <a:r>
              <a:rPr dirty="0" sz="3850" spc="50">
                <a:solidFill>
                  <a:srgbClr val="111111"/>
                </a:solidFill>
              </a:rPr>
              <a:t>a</a:t>
            </a:r>
            <a:r>
              <a:rPr dirty="0" sz="3850" spc="300">
                <a:solidFill>
                  <a:srgbClr val="111111"/>
                </a:solidFill>
              </a:rPr>
              <a:t> </a:t>
            </a:r>
            <a:r>
              <a:rPr dirty="0" sz="3850" spc="105">
                <a:solidFill>
                  <a:srgbClr val="0F0F0F"/>
                </a:solidFill>
              </a:rPr>
              <a:t>request</a:t>
            </a:r>
            <a:r>
              <a:rPr dirty="0" sz="3850" spc="40">
                <a:solidFill>
                  <a:srgbClr val="0F0F0F"/>
                </a:solidFill>
              </a:rPr>
              <a:t> </a:t>
            </a:r>
            <a:r>
              <a:rPr dirty="0" sz="3850" spc="-10">
                <a:solidFill>
                  <a:srgbClr val="0C0C0C"/>
                </a:solidFill>
              </a:rPr>
              <a:t>flows</a:t>
            </a:r>
            <a:endParaRPr sz="3850"/>
          </a:p>
        </p:txBody>
      </p:sp>
      <p:sp>
        <p:nvSpPr>
          <p:cNvPr id="9" name="object 9"/>
          <p:cNvSpPr txBox="1"/>
          <p:nvPr/>
        </p:nvSpPr>
        <p:spPr>
          <a:xfrm>
            <a:off x="1110080" y="10525591"/>
            <a:ext cx="82931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70">
                <a:solidFill>
                  <a:srgbClr val="878787"/>
                </a:solidFill>
                <a:latin typeface="Courier New"/>
                <a:cs typeface="Courier New"/>
              </a:rPr>
              <a:t>08</a:t>
            </a:r>
            <a:r>
              <a:rPr dirty="0" sz="1650" spc="-204">
                <a:solidFill>
                  <a:srgbClr val="878787"/>
                </a:solidFill>
                <a:latin typeface="Courier New"/>
                <a:cs typeface="Courier New"/>
              </a:rPr>
              <a:t> </a:t>
            </a:r>
            <a:r>
              <a:rPr dirty="0" sz="1650">
                <a:solidFill>
                  <a:srgbClr val="8C8C8C"/>
                </a:solidFill>
                <a:latin typeface="Courier New"/>
                <a:cs typeface="Courier New"/>
              </a:rPr>
              <a:t>/</a:t>
            </a:r>
            <a:r>
              <a:rPr dirty="0" sz="1650" spc="-130">
                <a:solidFill>
                  <a:srgbClr val="8C8C8C"/>
                </a:solidFill>
                <a:latin typeface="Courier New"/>
                <a:cs typeface="Courier New"/>
              </a:rPr>
              <a:t> </a:t>
            </a:r>
            <a:r>
              <a:rPr dirty="0" sz="1650" spc="-35">
                <a:solidFill>
                  <a:srgbClr val="878787"/>
                </a:solidFill>
                <a:latin typeface="Courier New"/>
                <a:cs typeface="Courier New"/>
              </a:rPr>
              <a:t>22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6135" y="4038223"/>
            <a:ext cx="8369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solidFill>
                  <a:srgbClr val="0F0F0F"/>
                </a:solidFill>
                <a:latin typeface="Arial MT"/>
                <a:cs typeface="Arial MT"/>
              </a:rPr>
              <a:t>You</a:t>
            </a:r>
            <a:r>
              <a:rPr dirty="0" sz="1800" spc="-7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ask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69698" y="4022517"/>
            <a:ext cx="9867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9125" algn="l"/>
              </a:tabLst>
            </a:pPr>
            <a:r>
              <a:rPr dirty="0" sz="1800" spc="80">
                <a:solidFill>
                  <a:srgbClr val="111111"/>
                </a:solidFill>
                <a:latin typeface="Times New Roman"/>
                <a:cs typeface="Times New Roman"/>
              </a:rPr>
              <a:t>Plan</a:t>
            </a:r>
            <a:r>
              <a:rPr dirty="0" sz="180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800" spc="-25">
                <a:solidFill>
                  <a:srgbClr val="111111"/>
                </a:solidFill>
                <a:latin typeface="Times New Roman"/>
                <a:cs typeface="Times New Roman"/>
              </a:rPr>
              <a:t>API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6719" y="4022517"/>
            <a:ext cx="2228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4">
                <a:solidFill>
                  <a:srgbClr val="A8A8A8"/>
                </a:solidFill>
                <a:latin typeface="Times New Roman"/>
                <a:cs typeface="Times New Roman"/>
              </a:rPr>
              <a:t>—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09620" y="7051874"/>
            <a:ext cx="1856739" cy="55943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1650" spc="75">
                <a:solidFill>
                  <a:srgbClr val="0F0F0F"/>
                </a:solidFill>
                <a:latin typeface="Times New Roman"/>
                <a:cs typeface="Times New Roman"/>
              </a:rPr>
              <a:t>Gemini</a:t>
            </a:r>
            <a:endParaRPr sz="16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1400">
                <a:solidFill>
                  <a:srgbClr val="545454"/>
                </a:solidFill>
                <a:latin typeface="Arial MT"/>
                <a:cs typeface="Arial MT"/>
              </a:rPr>
              <a:t>language</a:t>
            </a:r>
            <a:r>
              <a:rPr dirty="0" sz="1400" spc="9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&amp;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25252"/>
                </a:solidFill>
                <a:latin typeface="Arial MT"/>
                <a:cs typeface="Arial MT"/>
              </a:rPr>
              <a:t>meal</a:t>
            </a:r>
            <a:r>
              <a:rPr dirty="0" sz="1400" spc="1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ideas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27083" y="7069545"/>
            <a:ext cx="1725930" cy="545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1800" spc="60">
                <a:solidFill>
                  <a:srgbClr val="0F0F0F"/>
                </a:solidFill>
                <a:latin typeface="Times New Roman"/>
                <a:cs typeface="Times New Roman"/>
              </a:rPr>
              <a:t>Pantry</a:t>
            </a:r>
            <a:r>
              <a:rPr dirty="0" sz="180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800" spc="40">
                <a:solidFill>
                  <a:srgbClr val="0C0C0C"/>
                </a:solidFill>
                <a:latin typeface="Times New Roman"/>
                <a:cs typeface="Times New Roman"/>
              </a:rPr>
              <a:t>memory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550" spc="50">
                <a:solidFill>
                  <a:srgbClr val="4F4F4F"/>
                </a:solidFill>
                <a:latin typeface="Times New Roman"/>
                <a:cs typeface="Times New Roman"/>
              </a:rPr>
              <a:t>Supabase</a:t>
            </a:r>
            <a:r>
              <a:rPr dirty="0" sz="1550" spc="6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26262"/>
                </a:solidFill>
                <a:latin typeface="Times New Roman"/>
                <a:cs typeface="Times New Roman"/>
              </a:rPr>
              <a:t>+</a:t>
            </a:r>
            <a:r>
              <a:rPr dirty="0" sz="1550" spc="95">
                <a:solidFill>
                  <a:srgbClr val="626262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494949"/>
                </a:solidFill>
                <a:latin typeface="Times New Roman"/>
                <a:cs typeface="Times New Roman"/>
              </a:rPr>
              <a:t>pgvector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30266" y="7051874"/>
            <a:ext cx="2644775" cy="55943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390"/>
              </a:spcBef>
            </a:pPr>
            <a:r>
              <a:rPr dirty="0" sz="1650">
                <a:solidFill>
                  <a:srgbClr val="0C0C0C"/>
                </a:solidFill>
                <a:latin typeface="Times New Roman"/>
                <a:cs typeface="Times New Roman"/>
              </a:rPr>
              <a:t>Live</a:t>
            </a:r>
            <a:r>
              <a:rPr dirty="0" sz="1650" spc="3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650" spc="125">
                <a:solidFill>
                  <a:srgbClr val="111111"/>
                </a:solidFill>
                <a:latin typeface="Times New Roman"/>
                <a:cs typeface="Times New Roman"/>
              </a:rPr>
              <a:t>helpers</a:t>
            </a:r>
            <a:endParaRPr sz="16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1400">
                <a:solidFill>
                  <a:srgbClr val="565656"/>
                </a:solidFill>
                <a:latin typeface="Times New Roman"/>
                <a:cs typeface="Times New Roman"/>
              </a:rPr>
              <a:t>weather,</a:t>
            </a:r>
            <a:r>
              <a:rPr dirty="0" sz="1400" spc="45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400" spc="70">
                <a:solidFill>
                  <a:srgbClr val="4B4B4B"/>
                </a:solidFill>
                <a:latin typeface="Times New Roman"/>
                <a:cs typeface="Times New Roman"/>
              </a:rPr>
              <a:t>maps,</a:t>
            </a:r>
            <a:r>
              <a:rPr dirty="0" sz="1400" spc="42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4F4F4F"/>
                </a:solidFill>
                <a:latin typeface="Times New Roman"/>
                <a:cs typeface="Times New Roman"/>
              </a:rPr>
              <a:t>prices</a:t>
            </a:r>
            <a:r>
              <a:rPr dirty="0" sz="1400" spc="28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727272"/>
                </a:solidFill>
                <a:latin typeface="Times New Roman"/>
                <a:cs typeface="Times New Roman"/>
              </a:rPr>
              <a:t>+</a:t>
            </a:r>
            <a:r>
              <a:rPr dirty="0" sz="1400" spc="275">
                <a:solidFill>
                  <a:srgbClr val="727272"/>
                </a:solidFill>
                <a:latin typeface="Times New Roman"/>
                <a:cs typeface="Times New Roman"/>
              </a:rPr>
              <a:t> </a:t>
            </a:r>
            <a:r>
              <a:rPr dirty="0" sz="1400" spc="60">
                <a:solidFill>
                  <a:srgbClr val="525252"/>
                </a:solidFill>
                <a:latin typeface="Times New Roman"/>
                <a:cs typeface="Times New Roman"/>
              </a:rPr>
              <a:t>backups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42965" y="506263"/>
            <a:ext cx="1903095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96875" algn="l"/>
              </a:tabLst>
            </a:pPr>
            <a:r>
              <a:rPr dirty="0" sz="1400" spc="-285">
                <a:solidFill>
                  <a:srgbClr val="9C9C9C"/>
                </a:solidFill>
                <a:latin typeface="Times New Roman"/>
                <a:cs typeface="Times New Roman"/>
              </a:rPr>
              <a:t>A</a:t>
            </a:r>
            <a:r>
              <a:rPr dirty="0" sz="1400">
                <a:solidFill>
                  <a:srgbClr val="9C9C9C"/>
                </a:solidFill>
                <a:latin typeface="Times New Roman"/>
                <a:cs typeface="Times New Roman"/>
              </a:rPr>
              <a:t> </a:t>
            </a:r>
            <a:r>
              <a:rPr dirty="0" sz="1400" spc="-60">
                <a:solidFill>
                  <a:srgbClr val="9C9C9C"/>
                </a:solidFill>
                <a:latin typeface="Times New Roman"/>
                <a:cs typeface="Times New Roman"/>
              </a:rPr>
              <a:t>I</a:t>
            </a:r>
            <a:r>
              <a:rPr dirty="0" sz="1400">
                <a:solidFill>
                  <a:srgbClr val="9C9C9C"/>
                </a:solidFill>
                <a:latin typeface="Times New Roman"/>
                <a:cs typeface="Times New Roman"/>
              </a:rPr>
              <a:t>	</a:t>
            </a:r>
            <a:r>
              <a:rPr dirty="0" sz="1400" spc="-285">
                <a:solidFill>
                  <a:srgbClr val="909090"/>
                </a:solidFill>
                <a:latin typeface="Times New Roman"/>
                <a:cs typeface="Times New Roman"/>
              </a:rPr>
              <a:t>A</a:t>
            </a:r>
            <a:r>
              <a:rPr dirty="0" sz="1400" spc="-50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dirty="0" sz="1400" spc="-275">
                <a:solidFill>
                  <a:srgbClr val="89A399"/>
                </a:solidFill>
                <a:latin typeface="Times New Roman"/>
                <a:cs typeface="Times New Roman"/>
              </a:rPr>
              <a:t>R</a:t>
            </a:r>
            <a:r>
              <a:rPr dirty="0" sz="1400" spc="-60">
                <a:solidFill>
                  <a:srgbClr val="89A399"/>
                </a:solidFill>
                <a:latin typeface="Times New Roman"/>
                <a:cs typeface="Times New Roman"/>
              </a:rPr>
              <a:t> </a:t>
            </a:r>
            <a:r>
              <a:rPr dirty="0" sz="1400" spc="-275">
                <a:solidFill>
                  <a:srgbClr val="AFAFAF"/>
                </a:solidFill>
                <a:latin typeface="Times New Roman"/>
                <a:cs typeface="Times New Roman"/>
              </a:rPr>
              <a:t>C</a:t>
            </a:r>
            <a:r>
              <a:rPr dirty="0" sz="1400" spc="55">
                <a:solidFill>
                  <a:srgbClr val="AFAFAF"/>
                </a:solidFill>
                <a:latin typeface="Times New Roman"/>
                <a:cs typeface="Times New Roman"/>
              </a:rPr>
              <a:t> </a:t>
            </a:r>
            <a:r>
              <a:rPr dirty="0" sz="1400" spc="-385">
                <a:solidFill>
                  <a:srgbClr val="898989"/>
                </a:solidFill>
                <a:latin typeface="Times New Roman"/>
                <a:cs typeface="Times New Roman"/>
              </a:rPr>
              <a:t>H</a:t>
            </a:r>
            <a:r>
              <a:rPr dirty="0" sz="1400" spc="55">
                <a:solidFill>
                  <a:srgbClr val="898989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939393"/>
                </a:solidFill>
                <a:latin typeface="Times New Roman"/>
                <a:cs typeface="Times New Roman"/>
              </a:rPr>
              <a:t>I</a:t>
            </a:r>
            <a:r>
              <a:rPr dirty="0" sz="1400" spc="15">
                <a:solidFill>
                  <a:srgbClr val="93939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939393"/>
                </a:solidFill>
                <a:latin typeface="Times New Roman"/>
                <a:cs typeface="Times New Roman"/>
              </a:rPr>
              <a:t>T</a:t>
            </a:r>
            <a:r>
              <a:rPr dirty="0" sz="1400" spc="-70">
                <a:solidFill>
                  <a:srgbClr val="939393"/>
                </a:solidFill>
                <a:latin typeface="Times New Roman"/>
                <a:cs typeface="Times New Roman"/>
              </a:rPr>
              <a:t> </a:t>
            </a:r>
            <a:r>
              <a:rPr dirty="0" sz="1400" spc="-210">
                <a:solidFill>
                  <a:srgbClr val="878787"/>
                </a:solidFill>
                <a:latin typeface="Times New Roman"/>
                <a:cs typeface="Times New Roman"/>
              </a:rPr>
              <a:t>E</a:t>
            </a:r>
            <a:r>
              <a:rPr dirty="0" sz="1400" spc="-35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dirty="0" sz="1400" spc="-275">
                <a:solidFill>
                  <a:srgbClr val="939393"/>
                </a:solidFill>
                <a:latin typeface="Times New Roman"/>
                <a:cs typeface="Times New Roman"/>
              </a:rPr>
              <a:t>C</a:t>
            </a:r>
            <a:r>
              <a:rPr dirty="0" sz="1400" spc="-90">
                <a:solidFill>
                  <a:srgbClr val="93939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959595"/>
                </a:solidFill>
                <a:latin typeface="Times New Roman"/>
                <a:cs typeface="Times New Roman"/>
              </a:rPr>
              <a:t>T</a:t>
            </a:r>
            <a:r>
              <a:rPr dirty="0" sz="1400" spc="-20">
                <a:solidFill>
                  <a:srgbClr val="959595"/>
                </a:solidFill>
                <a:latin typeface="Times New Roman"/>
                <a:cs typeface="Times New Roman"/>
              </a:rPr>
              <a:t> </a:t>
            </a:r>
            <a:r>
              <a:rPr dirty="0" sz="1400" spc="-405">
                <a:solidFill>
                  <a:srgbClr val="8C8C8C"/>
                </a:solidFill>
                <a:latin typeface="Times New Roman"/>
                <a:cs typeface="Times New Roman"/>
              </a:rPr>
              <a:t>U</a:t>
            </a:r>
            <a:r>
              <a:rPr dirty="0" sz="1400" spc="5">
                <a:solidFill>
                  <a:srgbClr val="8C8C8C"/>
                </a:solidFill>
                <a:latin typeface="Times New Roman"/>
                <a:cs typeface="Times New Roman"/>
              </a:rPr>
              <a:t> </a:t>
            </a:r>
            <a:r>
              <a:rPr dirty="0" sz="1400" spc="-275">
                <a:solidFill>
                  <a:srgbClr val="999999"/>
                </a:solidFill>
                <a:latin typeface="Times New Roman"/>
                <a:cs typeface="Times New Roman"/>
              </a:rPr>
              <a:t>R</a:t>
            </a:r>
            <a:r>
              <a:rPr dirty="0" sz="1400" spc="25">
                <a:solidFill>
                  <a:srgbClr val="999999"/>
                </a:solidFill>
                <a:latin typeface="Times New Roman"/>
                <a:cs typeface="Times New Roman"/>
              </a:rPr>
              <a:t> </a:t>
            </a:r>
            <a:r>
              <a:rPr dirty="0" sz="1400" spc="-325">
                <a:solidFill>
                  <a:srgbClr val="898989"/>
                </a:solidFill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29887" y="4006157"/>
            <a:ext cx="256794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82342F"/>
                </a:solidFill>
                <a:latin typeface="Times New Roman"/>
                <a:cs typeface="Times New Roman"/>
              </a:rPr>
              <a:t>Meal</a:t>
            </a:r>
            <a:r>
              <a:rPr dirty="0" sz="1900" spc="165">
                <a:solidFill>
                  <a:srgbClr val="82342F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7C3D33"/>
                </a:solidFill>
                <a:latin typeface="Times New Roman"/>
                <a:cs typeface="Times New Roman"/>
              </a:rPr>
              <a:t>plan</a:t>
            </a:r>
            <a:r>
              <a:rPr dirty="0" sz="1900" spc="204">
                <a:solidFill>
                  <a:srgbClr val="7C3D33"/>
                </a:solidFill>
                <a:latin typeface="Times New Roman"/>
                <a:cs typeface="Times New Roman"/>
              </a:rPr>
              <a:t> </a:t>
            </a:r>
            <a:r>
              <a:rPr dirty="0" sz="1900" spc="-110">
                <a:solidFill>
                  <a:srgbClr val="ACACAC"/>
                </a:solidFill>
                <a:latin typeface="Times New Roman"/>
                <a:cs typeface="Times New Roman"/>
              </a:rPr>
              <a:t>+</a:t>
            </a:r>
            <a:r>
              <a:rPr dirty="0" sz="1900" spc="55">
                <a:solidFill>
                  <a:srgbClr val="ACACAC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8A6262"/>
                </a:solidFill>
                <a:latin typeface="Times New Roman"/>
                <a:cs typeface="Times New Roman"/>
              </a:rPr>
              <a:t>shopping</a:t>
            </a:r>
            <a:r>
              <a:rPr dirty="0" sz="1900" spc="165">
                <a:solidFill>
                  <a:srgbClr val="8A6262"/>
                </a:solidFill>
                <a:latin typeface="Times New Roman"/>
                <a:cs typeface="Times New Roman"/>
              </a:rPr>
              <a:t> </a:t>
            </a:r>
            <a:r>
              <a:rPr dirty="0" sz="1900" spc="-20">
                <a:solidFill>
                  <a:srgbClr val="823833"/>
                </a:solidFill>
                <a:latin typeface="Times New Roman"/>
                <a:cs typeface="Times New Roman"/>
              </a:rPr>
              <a:t>list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53250" y="8515836"/>
            <a:ext cx="447929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858585"/>
                </a:solidFill>
                <a:latin typeface="Consolas"/>
                <a:cs typeface="Consolas"/>
              </a:rPr>
              <a:t>FEEDS</a:t>
            </a:r>
            <a:r>
              <a:rPr dirty="0" sz="1550" spc="409">
                <a:solidFill>
                  <a:srgbClr val="858585"/>
                </a:solidFill>
                <a:latin typeface="Consolas"/>
                <a:cs typeface="Consolas"/>
              </a:rPr>
              <a:t> </a:t>
            </a:r>
            <a:r>
              <a:rPr dirty="0" sz="1550">
                <a:solidFill>
                  <a:srgbClr val="8C8C8C"/>
                </a:solidFill>
                <a:latin typeface="Consolas"/>
                <a:cs typeface="Consolas"/>
              </a:rPr>
              <a:t>EVERY</a:t>
            </a:r>
            <a:r>
              <a:rPr dirty="0" sz="1550" spc="-160">
                <a:solidFill>
                  <a:srgbClr val="8C8C8C"/>
                </a:solidFill>
                <a:latin typeface="Consolas"/>
                <a:cs typeface="Consolas"/>
              </a:rPr>
              <a:t>  </a:t>
            </a:r>
            <a:r>
              <a:rPr dirty="0" sz="1550">
                <a:solidFill>
                  <a:srgbClr val="878787"/>
                </a:solidFill>
                <a:latin typeface="Consolas"/>
                <a:cs typeface="Consolas"/>
              </a:rPr>
              <a:t>WAVE</a:t>
            </a:r>
            <a:r>
              <a:rPr dirty="0" sz="1550" spc="395">
                <a:solidFill>
                  <a:srgbClr val="878787"/>
                </a:solidFill>
                <a:latin typeface="Consolas"/>
                <a:cs typeface="Consolas"/>
              </a:rPr>
              <a:t> </a:t>
            </a:r>
            <a:r>
              <a:rPr dirty="0" sz="1550">
                <a:solidFill>
                  <a:srgbClr val="8E8E8E"/>
                </a:solidFill>
                <a:latin typeface="Consolas"/>
                <a:cs typeface="Consolas"/>
              </a:rPr>
              <a:t>THE</a:t>
            </a:r>
            <a:r>
              <a:rPr dirty="0" sz="1550" spc="390">
                <a:solidFill>
                  <a:srgbClr val="8E8E8E"/>
                </a:solidFill>
                <a:latin typeface="Consolas"/>
                <a:cs typeface="Consolas"/>
              </a:rPr>
              <a:t> </a:t>
            </a:r>
            <a:r>
              <a:rPr dirty="0" sz="1550">
                <a:solidFill>
                  <a:srgbClr val="858585"/>
                </a:solidFill>
                <a:latin typeface="Consolas"/>
                <a:cs typeface="Consolas"/>
              </a:rPr>
              <a:t>ORCHESTRATOR</a:t>
            </a:r>
            <a:r>
              <a:rPr dirty="0" sz="1550" spc="-170">
                <a:solidFill>
                  <a:srgbClr val="858585"/>
                </a:solidFill>
                <a:latin typeface="Consolas"/>
                <a:cs typeface="Consolas"/>
              </a:rPr>
              <a:t>  </a:t>
            </a:r>
            <a:r>
              <a:rPr dirty="0" sz="1550" spc="-20">
                <a:solidFill>
                  <a:srgbClr val="8E8E8E"/>
                </a:solidFill>
                <a:latin typeface="Consolas"/>
                <a:cs typeface="Consolas"/>
              </a:rPr>
              <a:t>RUNS</a:t>
            </a:r>
            <a:endParaRPr sz="15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855" y="2827139"/>
            <a:ext cx="8025933" cy="74133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379508" y="10668523"/>
            <a:ext cx="5717540" cy="0"/>
          </a:xfrm>
          <a:custGeom>
            <a:avLst/>
            <a:gdLst/>
            <a:ahLst/>
            <a:cxnLst/>
            <a:rect l="l" t="t" r="r" b="b"/>
            <a:pathLst>
              <a:path w="5717540" h="0">
                <a:moveTo>
                  <a:pt x="0" y="0"/>
                </a:moveTo>
                <a:lnTo>
                  <a:pt x="5717103" y="0"/>
                </a:lnTo>
              </a:path>
            </a:pathLst>
          </a:custGeom>
          <a:ln w="39265">
            <a:solidFill>
              <a:srgbClr val="13976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18318" y="565427"/>
            <a:ext cx="1539220" cy="1570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99168" y="3690987"/>
            <a:ext cx="581134" cy="1570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855" y="557574"/>
            <a:ext cx="1350744" cy="2041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33649" y="3690987"/>
            <a:ext cx="1397863" cy="1570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5149" y="10601771"/>
            <a:ext cx="816729" cy="1884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486347" y="10444708"/>
            <a:ext cx="486896" cy="47904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25426" y="1400869"/>
            <a:ext cx="3440429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42B882"/>
                </a:solidFill>
                <a:latin typeface="Consolas"/>
                <a:cs typeface="Consolas"/>
              </a:rPr>
              <a:t>03</a:t>
            </a:r>
            <a:r>
              <a:rPr dirty="0" sz="1550" spc="-155">
                <a:solidFill>
                  <a:srgbClr val="42B882"/>
                </a:solidFill>
                <a:latin typeface="Consolas"/>
                <a:cs typeface="Consolas"/>
              </a:rPr>
              <a:t>  </a:t>
            </a:r>
            <a:r>
              <a:rPr dirty="0" sz="1550">
                <a:solidFill>
                  <a:srgbClr val="2D8E66"/>
                </a:solidFill>
                <a:latin typeface="Consolas"/>
                <a:cs typeface="Consolas"/>
              </a:rPr>
              <a:t>-</a:t>
            </a:r>
            <a:r>
              <a:rPr dirty="0" sz="1550" spc="-45">
                <a:solidFill>
                  <a:srgbClr val="2D8E66"/>
                </a:solidFill>
                <a:latin typeface="Consolas"/>
                <a:cs typeface="Consolas"/>
              </a:rPr>
              <a:t>  </a:t>
            </a:r>
            <a:r>
              <a:rPr dirty="0" sz="1550" spc="204">
                <a:solidFill>
                  <a:srgbClr val="3AA877"/>
                </a:solidFill>
                <a:latin typeface="Consolas"/>
                <a:cs typeface="Consolas"/>
              </a:rPr>
              <a:t>SYSTEM</a:t>
            </a:r>
            <a:r>
              <a:rPr dirty="0" sz="1550" spc="-75">
                <a:solidFill>
                  <a:srgbClr val="3AA877"/>
                </a:solidFill>
                <a:latin typeface="Consolas"/>
                <a:cs typeface="Consolas"/>
              </a:rPr>
              <a:t>  </a:t>
            </a:r>
            <a:r>
              <a:rPr dirty="0" sz="1550" spc="204">
                <a:solidFill>
                  <a:srgbClr val="219164"/>
                </a:solidFill>
                <a:latin typeface="Consolas"/>
                <a:cs typeface="Consolas"/>
              </a:rPr>
              <a:t>ARCNIT</a:t>
            </a:r>
            <a:r>
              <a:rPr dirty="0" sz="1550" spc="-480">
                <a:solidFill>
                  <a:srgbClr val="219164"/>
                </a:solidFill>
                <a:latin typeface="Consolas"/>
                <a:cs typeface="Consolas"/>
              </a:rPr>
              <a:t> </a:t>
            </a:r>
            <a:r>
              <a:rPr dirty="0" sz="1550" spc="220">
                <a:solidFill>
                  <a:srgbClr val="11805D"/>
                </a:solidFill>
                <a:latin typeface="Consolas"/>
                <a:cs typeface="Consolas"/>
              </a:rPr>
              <a:t>ECTURE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116713" y="1773894"/>
            <a:ext cx="2815590" cy="61468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>
                <a:solidFill>
                  <a:srgbClr val="0F0F0F"/>
                </a:solidFill>
                <a:latin typeface="Cambria"/>
                <a:cs typeface="Cambria"/>
              </a:rPr>
              <a:t>Agent</a:t>
            </a:r>
            <a:r>
              <a:rPr dirty="0" sz="3850" spc="30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3850" spc="-20">
                <a:solidFill>
                  <a:srgbClr val="111111"/>
                </a:solidFill>
                <a:latin typeface="Cambria"/>
                <a:cs typeface="Cambria"/>
              </a:rPr>
              <a:t>swarm</a:t>
            </a:r>
            <a:endParaRPr sz="38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02426" y="4132461"/>
            <a:ext cx="14236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>
                <a:solidFill>
                  <a:srgbClr val="151515"/>
                </a:solidFill>
                <a:latin typeface="Arial MT"/>
                <a:cs typeface="Arial MT"/>
              </a:rPr>
              <a:t>o</a:t>
            </a:r>
            <a:r>
              <a:rPr dirty="0" sz="1800" spc="50">
                <a:latin typeface="Arial MT"/>
                <a:cs typeface="Arial MT"/>
              </a:rPr>
              <a:t>rchest</a:t>
            </a:r>
            <a:r>
              <a:rPr dirty="0" sz="1800" spc="-229">
                <a:latin typeface="Arial MT"/>
                <a:cs typeface="Arial MT"/>
              </a:rPr>
              <a:t> </a:t>
            </a:r>
            <a:r>
              <a:rPr dirty="0" sz="1800" spc="50">
                <a:solidFill>
                  <a:srgbClr val="151515"/>
                </a:solidFill>
                <a:latin typeface="Arial MT"/>
                <a:cs typeface="Arial MT"/>
              </a:rPr>
              <a:t>rat</a:t>
            </a:r>
            <a:r>
              <a:rPr dirty="0" sz="1800" spc="-4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800" spc="35">
                <a:latin typeface="Arial MT"/>
                <a:cs typeface="Arial MT"/>
              </a:rPr>
              <a:t>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85086" y="4729302"/>
            <a:ext cx="1567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111"/>
                </a:solidFill>
                <a:latin typeface="Arial MT"/>
                <a:cs typeface="Arial MT"/>
              </a:rPr>
              <a:t>1nvento</a:t>
            </a:r>
            <a:r>
              <a:rPr dirty="0" sz="1800" spc="-2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31313"/>
                </a:solidFill>
                <a:latin typeface="Arial MT"/>
                <a:cs typeface="Arial MT"/>
              </a:rPr>
              <a:t>ry-</a:t>
            </a:r>
            <a:r>
              <a:rPr dirty="0" sz="1800" spc="2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E0E0E"/>
                </a:solidFill>
                <a:latin typeface="Arial MT"/>
                <a:cs typeface="Arial MT"/>
              </a:rPr>
              <a:t>rag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44085" y="4132461"/>
            <a:ext cx="52743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64646"/>
                </a:solidFill>
                <a:latin typeface="Times New Roman"/>
                <a:cs typeface="Times New Roman"/>
              </a:rPr>
              <a:t>Coordinales</a:t>
            </a:r>
            <a:r>
              <a:rPr dirty="0" sz="1800" spc="18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05050"/>
                </a:solidFill>
                <a:latin typeface="Times New Roman"/>
                <a:cs typeface="Times New Roman"/>
              </a:rPr>
              <a:t>every</a:t>
            </a:r>
            <a:r>
              <a:rPr dirty="0" sz="1800" spc="145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45454"/>
                </a:solidFill>
                <a:latin typeface="Times New Roman"/>
                <a:cs typeface="Times New Roman"/>
              </a:rPr>
              <a:t>other</a:t>
            </a:r>
            <a:r>
              <a:rPr dirty="0" sz="1800" spc="16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45454"/>
                </a:solidFill>
                <a:latin typeface="Times New Roman"/>
                <a:cs typeface="Times New Roman"/>
              </a:rPr>
              <a:t>agent</a:t>
            </a:r>
            <a:r>
              <a:rPr dirty="0" sz="1800" spc="15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45454"/>
                </a:solidFill>
                <a:latin typeface="Times New Roman"/>
                <a:cs typeface="Times New Roman"/>
              </a:rPr>
              <a:t>and</a:t>
            </a:r>
            <a:r>
              <a:rPr dirty="0" sz="1800" spc="16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525252"/>
                </a:solidFill>
                <a:latin typeface="Times New Roman"/>
                <a:cs typeface="Times New Roman"/>
              </a:rPr>
              <a:t>shapes</a:t>
            </a:r>
            <a:r>
              <a:rPr dirty="0" sz="1800" spc="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05050"/>
                </a:solidFill>
                <a:latin typeface="Times New Roman"/>
                <a:cs typeface="Times New Roman"/>
              </a:rPr>
              <a:t>lhe</a:t>
            </a:r>
            <a:r>
              <a:rPr dirty="0" sz="1800" spc="1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800" spc="-30">
                <a:solidFill>
                  <a:srgbClr val="5B5B5B"/>
                </a:solidFill>
                <a:latin typeface="Times New Roman"/>
                <a:cs typeface="Times New Roman"/>
              </a:rPr>
              <a:t>final</a:t>
            </a:r>
            <a:r>
              <a:rPr dirty="0" sz="1800" spc="31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solidFill>
                  <a:srgbClr val="5B5B5B"/>
                </a:solidFill>
                <a:latin typeface="Times New Roman"/>
                <a:cs typeface="Times New Roman"/>
              </a:rPr>
              <a:t>plan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44635" y="4745663"/>
            <a:ext cx="462343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4F4F4F"/>
                </a:solidFill>
                <a:latin typeface="Arial MT"/>
                <a:cs typeface="Arial MT"/>
              </a:rPr>
              <a:t>Looks</a:t>
            </a:r>
            <a:r>
              <a:rPr dirty="0" sz="1650" spc="1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64646"/>
                </a:solidFill>
                <a:latin typeface="Arial MT"/>
                <a:cs typeface="Arial MT"/>
              </a:rPr>
              <a:t>up</a:t>
            </a:r>
            <a:r>
              <a:rPr dirty="0" sz="1650" spc="1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64646"/>
                </a:solidFill>
                <a:latin typeface="Arial MT"/>
                <a:cs typeface="Arial MT"/>
              </a:rPr>
              <a:t>whars</a:t>
            </a:r>
            <a:r>
              <a:rPr dirty="0" sz="1650" spc="7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65656"/>
                </a:solidFill>
                <a:latin typeface="Arial MT"/>
                <a:cs typeface="Arial MT"/>
              </a:rPr>
              <a:t>already</a:t>
            </a:r>
            <a:r>
              <a:rPr dirty="0" sz="1650" spc="10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606060"/>
                </a:solidFill>
                <a:latin typeface="Arial MT"/>
                <a:cs typeface="Arial MT"/>
              </a:rPr>
              <a:t>in </a:t>
            </a:r>
            <a:r>
              <a:rPr dirty="0" sz="1650">
                <a:solidFill>
                  <a:srgbClr val="4F4F4F"/>
                </a:solidFill>
                <a:latin typeface="Arial MT"/>
                <a:cs typeface="Arial MT"/>
              </a:rPr>
              <a:t>your</a:t>
            </a:r>
            <a:r>
              <a:rPr dirty="0" sz="1650" spc="14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75757"/>
                </a:solidFill>
                <a:latin typeface="Arial MT"/>
                <a:cs typeface="Arial MT"/>
              </a:rPr>
              <a:t>pantry</a:t>
            </a:r>
            <a:r>
              <a:rPr dirty="0" sz="1650" spc="8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45454"/>
                </a:solidFill>
                <a:latin typeface="Arial MT"/>
                <a:cs typeface="Arial MT"/>
              </a:rPr>
              <a:t>and</a:t>
            </a:r>
            <a:r>
              <a:rPr dirty="0" sz="1650" spc="4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626262"/>
                </a:solidFill>
                <a:latin typeface="Arial MT"/>
                <a:cs typeface="Arial MT"/>
              </a:rPr>
              <a:t>fridge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16452" y="5326142"/>
            <a:ext cx="17716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90">
                <a:solidFill>
                  <a:srgbClr val="0A0A0A"/>
                </a:solidFill>
                <a:latin typeface="Cambria"/>
                <a:cs typeface="Cambria"/>
              </a:rPr>
              <a:t>recipe</a:t>
            </a:r>
            <a:r>
              <a:rPr dirty="0" sz="1800" spc="-175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dirty="0" sz="1800" spc="65">
                <a:solidFill>
                  <a:srgbClr val="0E0E0E"/>
                </a:solidFill>
                <a:latin typeface="Cambria"/>
                <a:cs typeface="Cambria"/>
              </a:rPr>
              <a:t>-</a:t>
            </a:r>
            <a:r>
              <a:rPr dirty="0" sz="1800" spc="-13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0F0F0F"/>
                </a:solidFill>
                <a:latin typeface="Cambria"/>
                <a:cs typeface="Cambria"/>
              </a:rPr>
              <a:t>compile</a:t>
            </a:r>
            <a:r>
              <a:rPr dirty="0" sz="1800" spc="-3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111111"/>
                </a:solidFill>
                <a:latin typeface="Cambria"/>
                <a:cs typeface="Cambria"/>
              </a:rPr>
              <a:t>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37126" y="5326142"/>
            <a:ext cx="52527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525252"/>
                </a:solidFill>
                <a:latin typeface="Cambria"/>
                <a:cs typeface="Cambria"/>
              </a:rPr>
              <a:t>Turns</a:t>
            </a:r>
            <a:r>
              <a:rPr dirty="0" sz="1800" spc="-5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dirty="0" sz="1800" spc="-40">
                <a:solidFill>
                  <a:srgbClr val="545454"/>
                </a:solidFill>
                <a:latin typeface="Cambria"/>
                <a:cs typeface="Cambria"/>
              </a:rPr>
              <a:t>available</a:t>
            </a:r>
            <a:r>
              <a:rPr dirty="0" sz="1800" spc="125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8EA7AA"/>
                </a:solidFill>
                <a:latin typeface="Cambria"/>
                <a:cs typeface="Cambria"/>
              </a:rPr>
              <a:t>in</a:t>
            </a:r>
            <a:r>
              <a:rPr dirty="0" sz="1800" spc="-50">
                <a:solidFill>
                  <a:srgbClr val="606060"/>
                </a:solidFill>
                <a:latin typeface="Cambria"/>
                <a:cs typeface="Cambria"/>
              </a:rPr>
              <a:t>g</a:t>
            </a:r>
            <a:r>
              <a:rPr dirty="0" sz="1800" spc="-50">
                <a:solidFill>
                  <a:srgbClr val="545454"/>
                </a:solidFill>
                <a:latin typeface="Cambria"/>
                <a:cs typeface="Cambria"/>
              </a:rPr>
              <a:t>redienls</a:t>
            </a:r>
            <a:r>
              <a:rPr dirty="0" sz="1800" spc="95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800" spc="-90">
                <a:solidFill>
                  <a:srgbClr val="505050"/>
                </a:solidFill>
                <a:latin typeface="Cambria"/>
                <a:cs typeface="Cambria"/>
              </a:rPr>
              <a:t>into</a:t>
            </a:r>
            <a:r>
              <a:rPr dirty="0" sz="1800" spc="55">
                <a:solidFill>
                  <a:srgbClr val="505050"/>
                </a:solidFill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545454"/>
                </a:solidFill>
                <a:latin typeface="Cambria"/>
                <a:cs typeface="Cambria"/>
              </a:rPr>
              <a:t>recipes</a:t>
            </a:r>
            <a:r>
              <a:rPr dirty="0" sz="1800" spc="20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800" spc="-95">
                <a:solidFill>
                  <a:srgbClr val="565656"/>
                </a:solidFill>
                <a:latin typeface="Cambria"/>
                <a:cs typeface="Cambria"/>
              </a:rPr>
              <a:t>yo</a:t>
            </a:r>
            <a:r>
              <a:rPr dirty="0" sz="1800" spc="-95">
                <a:solidFill>
                  <a:srgbClr val="5D5D5D"/>
                </a:solidFill>
                <a:latin typeface="Cambria"/>
                <a:cs typeface="Cambria"/>
              </a:rPr>
              <a:t>ur</a:t>
            </a:r>
            <a:r>
              <a:rPr dirty="0" sz="1800" spc="-5">
                <a:solidFill>
                  <a:srgbClr val="5D5D5D"/>
                </a:solidFill>
                <a:latin typeface="Cambria"/>
                <a:cs typeface="Cambria"/>
              </a:rPr>
              <a:t> </a:t>
            </a:r>
            <a:r>
              <a:rPr dirty="0" sz="1800" spc="-65">
                <a:solidFill>
                  <a:srgbClr val="5B5B5B"/>
                </a:solidFill>
                <a:latin typeface="Cambria"/>
                <a:cs typeface="Cambria"/>
              </a:rPr>
              <a:t>family</a:t>
            </a:r>
            <a:r>
              <a:rPr dirty="0" sz="1800" spc="140">
                <a:solidFill>
                  <a:srgbClr val="5B5B5B"/>
                </a:solidFill>
                <a:latin typeface="Cambria"/>
                <a:cs typeface="Cambria"/>
              </a:rPr>
              <a:t> </a:t>
            </a:r>
            <a:r>
              <a:rPr dirty="0" sz="1800" spc="-60">
                <a:solidFill>
                  <a:srgbClr val="494949"/>
                </a:solidFill>
                <a:latin typeface="Cambria"/>
                <a:cs typeface="Cambria"/>
              </a:rPr>
              <a:t>lJkes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94903" y="5939344"/>
            <a:ext cx="151828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85">
                <a:solidFill>
                  <a:srgbClr val="111111"/>
                </a:solidFill>
                <a:latin typeface="Arial MT"/>
                <a:cs typeface="Arial MT"/>
              </a:rPr>
              <a:t>d1eta</a:t>
            </a:r>
            <a:r>
              <a:rPr dirty="0" sz="1650" spc="-2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650" spc="60">
                <a:solidFill>
                  <a:srgbClr val="0A0A0A"/>
                </a:solidFill>
                <a:latin typeface="Arial MT"/>
                <a:cs typeface="Arial MT"/>
              </a:rPr>
              <a:t>ry-</a:t>
            </a:r>
            <a:r>
              <a:rPr dirty="0" sz="1650" spc="14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650" spc="-45">
                <a:solidFill>
                  <a:srgbClr val="0F0F0F"/>
                </a:solidFill>
                <a:latin typeface="Arial MT"/>
                <a:cs typeface="Arial MT"/>
              </a:rPr>
              <a:t>gua</a:t>
            </a:r>
            <a:r>
              <a:rPr dirty="0" sz="1650" spc="-254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0F0F0F"/>
                </a:solidFill>
                <a:latin typeface="Arial MT"/>
                <a:cs typeface="Arial MT"/>
              </a:rPr>
              <a:t>rd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96010" y="6536183"/>
            <a:ext cx="155511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35">
                <a:solidFill>
                  <a:srgbClr val="161616"/>
                </a:solidFill>
                <a:latin typeface="Arial MT"/>
                <a:cs typeface="Arial MT"/>
              </a:rPr>
              <a:t>p</a:t>
            </a:r>
            <a:r>
              <a:rPr dirty="0" sz="1650" spc="-30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650" spc="105">
                <a:solidFill>
                  <a:srgbClr val="0C0C0C"/>
                </a:solidFill>
                <a:latin typeface="Arial MT"/>
                <a:cs typeface="Arial MT"/>
              </a:rPr>
              <a:t>r1ce-</a:t>
            </a:r>
            <a:r>
              <a:rPr dirty="0" sz="1650" spc="-1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650" spc="135">
                <a:solidFill>
                  <a:srgbClr val="0E0E0E"/>
                </a:solidFill>
                <a:latin typeface="Arial MT"/>
                <a:cs typeface="Arial MT"/>
              </a:rPr>
              <a:t>catalog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41768" y="5939344"/>
            <a:ext cx="467169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4F4F4F"/>
                </a:solidFill>
                <a:latin typeface="Arial MT"/>
                <a:cs typeface="Arial MT"/>
              </a:rPr>
              <a:t>Checks</a:t>
            </a:r>
            <a:r>
              <a:rPr dirty="0" sz="1650" spc="4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65656"/>
                </a:solidFill>
                <a:latin typeface="Arial MT"/>
                <a:cs typeface="Arial MT"/>
              </a:rPr>
              <a:t>meals</a:t>
            </a:r>
            <a:r>
              <a:rPr dirty="0" sz="1650" spc="3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65656"/>
                </a:solidFill>
                <a:latin typeface="Arial MT"/>
                <a:cs typeface="Arial MT"/>
              </a:rPr>
              <a:t>against</a:t>
            </a:r>
            <a:r>
              <a:rPr dirty="0" sz="1650" spc="7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64646"/>
                </a:solidFill>
                <a:latin typeface="Arial MT"/>
                <a:cs typeface="Arial MT"/>
              </a:rPr>
              <a:t>allergies</a:t>
            </a:r>
            <a:r>
              <a:rPr dirty="0" sz="1650" spc="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F4F4F"/>
                </a:solidFill>
                <a:latin typeface="Arial MT"/>
                <a:cs typeface="Arial MT"/>
              </a:rPr>
              <a:t>and</a:t>
            </a:r>
            <a:r>
              <a:rPr dirty="0" sz="1650" spc="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D4D4D"/>
                </a:solidFill>
                <a:latin typeface="Arial MT"/>
                <a:cs typeface="Arial MT"/>
              </a:rPr>
              <a:t>diet</a:t>
            </a:r>
            <a:r>
              <a:rPr dirty="0" sz="1650" spc="-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rules</a:t>
            </a:r>
            <a:r>
              <a:rPr dirty="0" sz="1650" spc="10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4F4F4F"/>
                </a:solidFill>
                <a:latin typeface="Arial MT"/>
                <a:cs typeface="Arial MT"/>
              </a:rPr>
              <a:t>first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539051" y="6519823"/>
            <a:ext cx="47447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45454"/>
                </a:solidFill>
                <a:latin typeface="Cambria"/>
                <a:cs typeface="Cambria"/>
              </a:rPr>
              <a:t>Compares</a:t>
            </a:r>
            <a:r>
              <a:rPr dirty="0" sz="1800" spc="80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800" spc="-40">
                <a:solidFill>
                  <a:srgbClr val="484848"/>
                </a:solidFill>
                <a:latin typeface="Cambria"/>
                <a:cs typeface="Cambria"/>
              </a:rPr>
              <a:t>prices</a:t>
            </a:r>
            <a:r>
              <a:rPr dirty="0" sz="1800" spc="5">
                <a:solidFill>
                  <a:srgbClr val="484848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444444"/>
                </a:solidFill>
                <a:latin typeface="Cambria"/>
                <a:cs typeface="Cambria"/>
              </a:rPr>
              <a:t>across</a:t>
            </a:r>
            <a:r>
              <a:rPr dirty="0" sz="1800" spc="-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800" spc="-55">
                <a:solidFill>
                  <a:srgbClr val="565656"/>
                </a:solidFill>
                <a:latin typeface="Cambria"/>
                <a:cs typeface="Cambria"/>
              </a:rPr>
              <a:t>nearby</a:t>
            </a:r>
            <a:r>
              <a:rPr dirty="0" sz="1800" spc="65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4D4D4D"/>
                </a:solidFill>
                <a:latin typeface="Cambria"/>
                <a:cs typeface="Cambria"/>
              </a:rPr>
              <a:t>stores</a:t>
            </a:r>
            <a:r>
              <a:rPr dirty="0" sz="1800" spc="5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dirty="0" sz="1800" spc="-80">
                <a:solidFill>
                  <a:srgbClr val="575757"/>
                </a:solidFill>
                <a:latin typeface="Cambria"/>
                <a:cs typeface="Cambria"/>
              </a:rPr>
              <a:t>in</a:t>
            </a:r>
            <a:r>
              <a:rPr dirty="0" sz="1800" spc="75">
                <a:solidFill>
                  <a:srgbClr val="575757"/>
                </a:solidFill>
                <a:latin typeface="Cambria"/>
                <a:cs typeface="Cambria"/>
              </a:rPr>
              <a:t> </a:t>
            </a:r>
            <a:r>
              <a:rPr dirty="0" sz="1800" spc="-60">
                <a:solidFill>
                  <a:srgbClr val="565656"/>
                </a:solidFill>
                <a:latin typeface="Cambria"/>
                <a:cs typeface="Cambria"/>
              </a:rPr>
              <a:t>real</a:t>
            </a:r>
            <a:r>
              <a:rPr dirty="0" sz="1800" spc="10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800" spc="-20">
                <a:solidFill>
                  <a:srgbClr val="5B5B5B"/>
                </a:solidFill>
                <a:latin typeface="Cambria"/>
                <a:cs typeface="Cambria"/>
              </a:rPr>
              <a:t>lime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03259" y="7116664"/>
            <a:ext cx="17989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solidFill>
                  <a:srgbClr val="0A0A0A"/>
                </a:solidFill>
                <a:latin typeface="Consolas"/>
                <a:cs typeface="Consolas"/>
              </a:rPr>
              <a:t>route-</a:t>
            </a:r>
            <a:r>
              <a:rPr dirty="0" sz="1800" spc="-55">
                <a:solidFill>
                  <a:srgbClr val="0A0A0A"/>
                </a:solidFill>
                <a:latin typeface="Consolas"/>
                <a:cs typeface="Consolas"/>
              </a:rPr>
              <a:t>optimizer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42546" y="7116664"/>
            <a:ext cx="49091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0">
                <a:solidFill>
                  <a:srgbClr val="4D4D4D"/>
                </a:solidFill>
                <a:latin typeface="Consolas"/>
                <a:cs typeface="Consolas"/>
              </a:rPr>
              <a:t>Plansthe</a:t>
            </a:r>
            <a:r>
              <a:rPr dirty="0" sz="1800" spc="-160">
                <a:solidFill>
                  <a:srgbClr val="4D4D4D"/>
                </a:solidFill>
                <a:latin typeface="Consolas"/>
                <a:cs typeface="Consolas"/>
              </a:rPr>
              <a:t> </a:t>
            </a:r>
            <a:r>
              <a:rPr dirty="0" sz="1800" spc="-90">
                <a:solidFill>
                  <a:srgbClr val="4F4F4F"/>
                </a:solidFill>
                <a:latin typeface="Consolas"/>
                <a:cs typeface="Consolas"/>
              </a:rPr>
              <a:t>mOsteMcentstOp-by-</a:t>
            </a:r>
            <a:r>
              <a:rPr dirty="0" sz="1800" spc="-70">
                <a:solidFill>
                  <a:srgbClr val="4F4F4F"/>
                </a:solidFill>
                <a:latin typeface="Consolas"/>
                <a:cs typeface="Consolas"/>
              </a:rPr>
              <a:t>stopshOppngrOuCe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02984" y="7713504"/>
            <a:ext cx="15354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31313"/>
                </a:solidFill>
                <a:latin typeface="Arial MT"/>
                <a:cs typeface="Arial MT"/>
              </a:rPr>
              <a:t>sen</a:t>
            </a:r>
            <a:r>
              <a:rPr dirty="0" sz="1800" spc="-10">
                <a:solidFill>
                  <a:srgbClr val="111111"/>
                </a:solidFill>
                <a:latin typeface="Arial MT"/>
                <a:cs typeface="Arial MT"/>
              </a:rPr>
              <a:t>sory-</a:t>
            </a:r>
            <a:r>
              <a:rPr dirty="0" sz="1800" spc="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800" spc="-55">
                <a:solidFill>
                  <a:srgbClr val="080808"/>
                </a:solidFill>
                <a:latin typeface="Arial MT"/>
                <a:cs typeface="Arial MT"/>
              </a:rPr>
              <a:t>decay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98288" y="8310344"/>
            <a:ext cx="14166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81818"/>
                </a:solidFill>
                <a:latin typeface="Cambria"/>
                <a:cs typeface="Cambria"/>
              </a:rPr>
              <a:t>c</a:t>
            </a:r>
            <a:r>
              <a:rPr dirty="0" sz="1800" spc="-14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072331"/>
                </a:solidFill>
                <a:latin typeface="Cambria"/>
                <a:cs typeface="Cambria"/>
              </a:rPr>
              <a:t>r</a:t>
            </a:r>
            <a:r>
              <a:rPr dirty="0" sz="1800">
                <a:solidFill>
                  <a:srgbClr val="131313"/>
                </a:solidFill>
                <a:latin typeface="Cambria"/>
                <a:cs typeface="Cambria"/>
              </a:rPr>
              <a:t>is</a:t>
            </a:r>
            <a:r>
              <a:rPr dirty="0" sz="1800" spc="204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181818"/>
                </a:solidFill>
                <a:latin typeface="Cambria"/>
                <a:cs typeface="Cambria"/>
              </a:rPr>
              <a:t>is</a:t>
            </a:r>
            <a:r>
              <a:rPr dirty="0" sz="1800" spc="335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131313"/>
                </a:solidFill>
                <a:latin typeface="Cambria"/>
                <a:cs typeface="Cambria"/>
              </a:rPr>
              <a:t>-</a:t>
            </a:r>
            <a:r>
              <a:rPr dirty="0" sz="1800" spc="-13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1800" spc="-10">
                <a:latin typeface="Cambria"/>
                <a:cs typeface="Cambria"/>
              </a:rPr>
              <a:t>agent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94927" y="8907185"/>
            <a:ext cx="1560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places</a:t>
            </a:r>
            <a:r>
              <a:rPr dirty="0" sz="1800" spc="-125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161616"/>
                </a:solidFill>
                <a:latin typeface="Arial MT"/>
                <a:cs typeface="Arial MT"/>
              </a:rPr>
              <a:t>-</a:t>
            </a:r>
            <a:r>
              <a:rPr dirty="0" sz="1800" spc="-13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00" spc="-114">
                <a:latin typeface="Arial MT"/>
                <a:cs typeface="Arial MT"/>
              </a:rPr>
              <a:t>sea</a:t>
            </a:r>
            <a:r>
              <a:rPr dirty="0" sz="1800" spc="-229">
                <a:latin typeface="Arial MT"/>
                <a:cs typeface="Arial MT"/>
              </a:rPr>
              <a:t> </a:t>
            </a:r>
            <a:r>
              <a:rPr dirty="0" sz="1800" spc="25">
                <a:solidFill>
                  <a:srgbClr val="111111"/>
                </a:solidFill>
                <a:latin typeface="Arial MT"/>
                <a:cs typeface="Arial MT"/>
              </a:rPr>
              <a:t>rch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39522" y="7729865"/>
            <a:ext cx="422529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4B4B4B"/>
                </a:solidFill>
                <a:latin typeface="Arial MT"/>
                <a:cs typeface="Arial MT"/>
              </a:rPr>
              <a:t>Tracks</a:t>
            </a:r>
            <a:r>
              <a:rPr dirty="0" sz="1650" spc="5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freshness</a:t>
            </a:r>
            <a:r>
              <a:rPr dirty="0" sz="1650" spc="6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so</a:t>
            </a:r>
            <a:r>
              <a:rPr dirty="0" sz="1650" spc="-2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nothing</a:t>
            </a:r>
            <a:r>
              <a:rPr dirty="0" sz="1650" spc="3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D4D4D"/>
                </a:solidFill>
                <a:latin typeface="Arial MT"/>
                <a:cs typeface="Arial MT"/>
              </a:rPr>
              <a:t>spoils</a:t>
            </a:r>
            <a:r>
              <a:rPr dirty="0" sz="1650" spc="-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4D4D4D"/>
                </a:solidFill>
                <a:latin typeface="Arial MT"/>
                <a:cs typeface="Arial MT"/>
              </a:rPr>
              <a:t>unnoticed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544823" y="8326705"/>
            <a:ext cx="521017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4B4B4B"/>
                </a:solidFill>
                <a:latin typeface="Arial MT"/>
                <a:cs typeface="Arial MT"/>
              </a:rPr>
              <a:t>Adjusts</a:t>
            </a:r>
            <a:r>
              <a:rPr dirty="0" sz="1650" spc="11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the</a:t>
            </a:r>
            <a:r>
              <a:rPr dirty="0" sz="1650" spc="-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75757"/>
                </a:solidFill>
                <a:latin typeface="Arial MT"/>
                <a:cs typeface="Arial MT"/>
              </a:rPr>
              <a:t>plan </a:t>
            </a:r>
            <a:r>
              <a:rPr dirty="0" sz="1650">
                <a:solidFill>
                  <a:srgbClr val="5D5D5D"/>
                </a:solidFill>
                <a:latin typeface="Arial MT"/>
                <a:cs typeface="Arial MT"/>
              </a:rPr>
              <a:t>when</a:t>
            </a:r>
            <a:r>
              <a:rPr dirty="0" sz="1650" spc="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45454"/>
                </a:solidFill>
                <a:latin typeface="Arial MT"/>
                <a:cs typeface="Arial MT"/>
              </a:rPr>
              <a:t>weather</a:t>
            </a:r>
            <a:r>
              <a:rPr dirty="0" sz="1650" spc="8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B5B5B"/>
                </a:solidFill>
                <a:latin typeface="Arial MT"/>
                <a:cs typeface="Arial MT"/>
              </a:rPr>
              <a:t>or</a:t>
            </a:r>
            <a:r>
              <a:rPr dirty="0" sz="1650" spc="5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65656"/>
                </a:solidFill>
                <a:latin typeface="Arial MT"/>
                <a:cs typeface="Arial MT"/>
              </a:rPr>
              <a:t>supply</a:t>
            </a:r>
            <a:r>
              <a:rPr dirty="0" sz="1650" spc="3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gets</a:t>
            </a:r>
            <a:r>
              <a:rPr dirty="0" sz="1650" spc="-2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4B4B4B"/>
                </a:solidFill>
                <a:latin typeface="Arial MT"/>
                <a:cs typeface="Arial MT"/>
              </a:rPr>
              <a:t>disrupted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537292" y="8907185"/>
            <a:ext cx="46786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0">
                <a:solidFill>
                  <a:srgbClr val="525252"/>
                </a:solidFill>
                <a:latin typeface="Consolas"/>
                <a:cs typeface="Consolas"/>
              </a:rPr>
              <a:t>FndsnearbystOres,</a:t>
            </a:r>
            <a:r>
              <a:rPr dirty="0" sz="1800" spc="-520">
                <a:solidFill>
                  <a:srgbClr val="525252"/>
                </a:solidFill>
                <a:latin typeface="Consolas"/>
                <a:cs typeface="Consolas"/>
              </a:rPr>
              <a:t> </a:t>
            </a:r>
            <a:r>
              <a:rPr dirty="0" sz="1800" spc="-75">
                <a:solidFill>
                  <a:srgbClr val="4D4D4D"/>
                </a:solidFill>
                <a:latin typeface="Consolas"/>
                <a:cs typeface="Consolas"/>
              </a:rPr>
              <a:t>markelsandspecattyshOps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6424295" cy="0"/>
          </a:xfrm>
          <a:custGeom>
            <a:avLst/>
            <a:gdLst/>
            <a:ahLst/>
            <a:cxnLst/>
            <a:rect l="l" t="t" r="r" b="b"/>
            <a:pathLst>
              <a:path w="6424295" h="0">
                <a:moveTo>
                  <a:pt x="0" y="0"/>
                </a:moveTo>
                <a:lnTo>
                  <a:pt x="6423888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9164" y="6227559"/>
            <a:ext cx="219888" cy="2277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18318" y="565427"/>
            <a:ext cx="1523513" cy="1570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59391" y="4837548"/>
            <a:ext cx="2787873" cy="1806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855" y="557574"/>
            <a:ext cx="1350744" cy="2041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6561" y="10601771"/>
            <a:ext cx="785316" cy="1884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486347" y="10429002"/>
            <a:ext cx="486896" cy="4947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72540" y="6227559"/>
            <a:ext cx="235594" cy="23559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695917" y="6219706"/>
            <a:ext cx="251301" cy="26700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25426" y="1400869"/>
            <a:ext cx="3440429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42B882"/>
                </a:solidFill>
                <a:latin typeface="Consolas"/>
                <a:cs typeface="Consolas"/>
              </a:rPr>
              <a:t>03</a:t>
            </a:r>
            <a:r>
              <a:rPr dirty="0" sz="1550" spc="-100">
                <a:solidFill>
                  <a:srgbClr val="42B882"/>
                </a:solidFill>
                <a:latin typeface="Consolas"/>
                <a:cs typeface="Consolas"/>
              </a:rPr>
              <a:t>  </a:t>
            </a:r>
            <a:r>
              <a:rPr dirty="0" sz="1550">
                <a:solidFill>
                  <a:srgbClr val="2D8E66"/>
                </a:solidFill>
                <a:latin typeface="Consolas"/>
                <a:cs typeface="Consolas"/>
              </a:rPr>
              <a:t>-</a:t>
            </a:r>
            <a:r>
              <a:rPr dirty="0" sz="1550" spc="-45">
                <a:solidFill>
                  <a:srgbClr val="2D8E66"/>
                </a:solidFill>
                <a:latin typeface="Consolas"/>
                <a:cs typeface="Consolas"/>
              </a:rPr>
              <a:t>  </a:t>
            </a:r>
            <a:r>
              <a:rPr dirty="0" sz="1550" spc="204">
                <a:solidFill>
                  <a:srgbClr val="3AA877"/>
                </a:solidFill>
                <a:latin typeface="Consolas"/>
                <a:cs typeface="Consolas"/>
              </a:rPr>
              <a:t>SYSTEM</a:t>
            </a:r>
            <a:r>
              <a:rPr dirty="0" sz="1550" spc="-125">
                <a:solidFill>
                  <a:srgbClr val="3AA877"/>
                </a:solidFill>
                <a:latin typeface="Consolas"/>
                <a:cs typeface="Consolas"/>
              </a:rPr>
              <a:t>  </a:t>
            </a:r>
            <a:r>
              <a:rPr dirty="0" sz="1550" spc="204">
                <a:solidFill>
                  <a:srgbClr val="219164"/>
                </a:solidFill>
                <a:latin typeface="Consolas"/>
                <a:cs typeface="Consolas"/>
              </a:rPr>
              <a:t>ARCNIT</a:t>
            </a:r>
            <a:r>
              <a:rPr dirty="0" sz="1550" spc="-490">
                <a:solidFill>
                  <a:srgbClr val="219164"/>
                </a:solidFill>
                <a:latin typeface="Consolas"/>
                <a:cs typeface="Consolas"/>
              </a:rPr>
              <a:t> </a:t>
            </a:r>
            <a:r>
              <a:rPr dirty="0" sz="1550" spc="220">
                <a:solidFill>
                  <a:srgbClr val="11805D"/>
                </a:solidFill>
                <a:latin typeface="Consolas"/>
                <a:cs typeface="Consolas"/>
              </a:rPr>
              <a:t>ECTURE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451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</a:pPr>
            <a:r>
              <a:rPr dirty="0" sz="3850">
                <a:solidFill>
                  <a:srgbClr val="131313"/>
                </a:solidFill>
              </a:rPr>
              <a:t>How</a:t>
            </a:r>
            <a:r>
              <a:rPr dirty="0" sz="3850" spc="229">
                <a:solidFill>
                  <a:srgbClr val="131313"/>
                </a:solidFill>
              </a:rPr>
              <a:t> </a:t>
            </a:r>
            <a:r>
              <a:rPr dirty="0" sz="3850" spc="100">
                <a:solidFill>
                  <a:srgbClr val="0E0E0E"/>
                </a:solidFill>
              </a:rPr>
              <a:t>planning</a:t>
            </a:r>
            <a:r>
              <a:rPr dirty="0" sz="3850" spc="325">
                <a:solidFill>
                  <a:srgbClr val="0E0E0E"/>
                </a:solidFill>
              </a:rPr>
              <a:t> </a:t>
            </a:r>
            <a:r>
              <a:rPr dirty="0" sz="3850" spc="105">
                <a:solidFill>
                  <a:srgbClr val="0E0E0E"/>
                </a:solidFill>
              </a:rPr>
              <a:t>works</a:t>
            </a:r>
            <a:endParaRPr sz="3850"/>
          </a:p>
        </p:txBody>
      </p:sp>
      <p:sp>
        <p:nvSpPr>
          <p:cNvPr id="13" name="object 13"/>
          <p:cNvSpPr txBox="1"/>
          <p:nvPr/>
        </p:nvSpPr>
        <p:spPr>
          <a:xfrm>
            <a:off x="1441215" y="6653888"/>
            <a:ext cx="4999355" cy="1234440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95"/>
              </a:spcBef>
            </a:pPr>
            <a:r>
              <a:rPr dirty="0" sz="2050">
                <a:solidFill>
                  <a:srgbClr val="111111"/>
                </a:solidFill>
                <a:latin typeface="Times New Roman"/>
                <a:cs typeface="Times New Roman"/>
              </a:rPr>
              <a:t>Only</a:t>
            </a:r>
            <a:r>
              <a:rPr dirty="0" sz="2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2050" spc="80">
                <a:latin typeface="Times New Roman"/>
                <a:cs typeface="Times New Roman"/>
              </a:rPr>
              <a:t>the</a:t>
            </a:r>
            <a:r>
              <a:rPr dirty="0" sz="2050" spc="110">
                <a:latin typeface="Times New Roman"/>
                <a:cs typeface="Times New Roman"/>
              </a:rPr>
              <a:t> </a:t>
            </a:r>
            <a:r>
              <a:rPr dirty="0" sz="2050" spc="80">
                <a:solidFill>
                  <a:srgbClr val="050505"/>
                </a:solidFill>
                <a:latin typeface="Times New Roman"/>
                <a:cs typeface="Times New Roman"/>
              </a:rPr>
              <a:t>right</a:t>
            </a:r>
            <a:r>
              <a:rPr dirty="0" sz="2050" spc="17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2050" spc="60">
                <a:solidFill>
                  <a:srgbClr val="0C0C0C"/>
                </a:solidFill>
                <a:latin typeface="Times New Roman"/>
                <a:cs typeface="Times New Roman"/>
              </a:rPr>
              <a:t>helpers</a:t>
            </a:r>
            <a:r>
              <a:rPr dirty="0" sz="2050" spc="2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2050" spc="45">
                <a:solidFill>
                  <a:srgbClr val="161616"/>
                </a:solidFill>
                <a:latin typeface="Times New Roman"/>
                <a:cs typeface="Times New Roman"/>
              </a:rPr>
              <a:t>run</a:t>
            </a:r>
            <a:endParaRPr sz="2050">
              <a:latin typeface="Times New Roman"/>
              <a:cs typeface="Times New Roman"/>
            </a:endParaRPr>
          </a:p>
          <a:p>
            <a:pPr marL="16510" marR="5080" indent="-4445">
              <a:lnSpc>
                <a:spcPct val="114500"/>
              </a:lnSpc>
              <a:spcBef>
                <a:spcPts val="815"/>
              </a:spcBef>
            </a:pPr>
            <a:r>
              <a:rPr dirty="0" sz="1800" spc="-100">
                <a:solidFill>
                  <a:srgbClr val="545454"/>
                </a:solidFill>
                <a:latin typeface="Consolas"/>
                <a:cs typeface="Consolas"/>
              </a:rPr>
              <a:t>Each</a:t>
            </a:r>
            <a:r>
              <a:rPr dirty="0" sz="1800" spc="-430">
                <a:solidFill>
                  <a:srgbClr val="545454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525252"/>
                </a:solidFill>
                <a:latin typeface="Consolas"/>
                <a:cs typeface="Consolas"/>
              </a:rPr>
              <a:t>askisscopedsoOnythe</a:t>
            </a:r>
            <a:r>
              <a:rPr dirty="0" sz="1800" spc="-605">
                <a:solidFill>
                  <a:srgbClr val="525252"/>
                </a:solidFill>
                <a:latin typeface="Consolas"/>
                <a:cs typeface="Consolas"/>
              </a:rPr>
              <a:t> </a:t>
            </a:r>
            <a:r>
              <a:rPr dirty="0" sz="1800" spc="-45">
                <a:solidFill>
                  <a:srgbClr val="4B4B4B"/>
                </a:solidFill>
                <a:latin typeface="Consolas"/>
                <a:cs typeface="Consolas"/>
              </a:rPr>
              <a:t>agens‹</a:t>
            </a:r>
            <a:r>
              <a:rPr dirty="0" sz="1800" spc="-105">
                <a:solidFill>
                  <a:srgbClr val="4B4B4B"/>
                </a:solidFill>
                <a:latin typeface="Consolas"/>
                <a:cs typeface="Consolas"/>
              </a:rPr>
              <a:t> </a:t>
            </a:r>
            <a:r>
              <a:rPr dirty="0" sz="1800" spc="-140">
                <a:solidFill>
                  <a:srgbClr val="4B4B4B"/>
                </a:solidFill>
                <a:latin typeface="Consolas"/>
                <a:cs typeface="Consolas"/>
              </a:rPr>
              <a:t>acuattyneeds </a:t>
            </a:r>
            <a:r>
              <a:rPr dirty="0" sz="1800" spc="-285">
                <a:solidFill>
                  <a:srgbClr val="525252"/>
                </a:solidFill>
                <a:latin typeface="Consolas"/>
                <a:cs typeface="Consolas"/>
              </a:rPr>
              <a:t>getcatled.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6198" y="4745663"/>
            <a:ext cx="34734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135">
                <a:solidFill>
                  <a:srgbClr val="080808"/>
                </a:solidFill>
                <a:latin typeface="Courier New"/>
                <a:cs typeface="Courier New"/>
              </a:rPr>
              <a:t>Ask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89966" y="4762023"/>
            <a:ext cx="112585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30">
                <a:solidFill>
                  <a:srgbClr val="131313"/>
                </a:solidFill>
                <a:latin typeface="Cambria"/>
                <a:cs typeface="Cambria"/>
              </a:rPr>
              <a:t>Unde</a:t>
            </a:r>
            <a:r>
              <a:rPr dirty="0" sz="1550" spc="-7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1550" spc="170">
                <a:solidFill>
                  <a:srgbClr val="080808"/>
                </a:solidFill>
                <a:latin typeface="Cambria"/>
                <a:cs typeface="Cambria"/>
              </a:rPr>
              <a:t>rsta</a:t>
            </a:r>
            <a:r>
              <a:rPr dirty="0" sz="1550" spc="-17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dirty="0" sz="1550" spc="-40">
                <a:solidFill>
                  <a:srgbClr val="080808"/>
                </a:solidFill>
                <a:latin typeface="Cambria"/>
                <a:cs typeface="Cambria"/>
              </a:rPr>
              <a:t>nd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77307" y="6816935"/>
            <a:ext cx="4871720" cy="10680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10"/>
              </a:spcBef>
            </a:pPr>
            <a:r>
              <a:rPr dirty="0" sz="2050" spc="65">
                <a:solidFill>
                  <a:srgbClr val="0A0A0A"/>
                </a:solidFill>
                <a:latin typeface="Cambria"/>
                <a:cs typeface="Cambria"/>
              </a:rPr>
              <a:t>Quick</a:t>
            </a:r>
            <a:r>
              <a:rPr dirty="0" sz="2050" spc="155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dirty="0" sz="2050" spc="50">
                <a:solidFill>
                  <a:srgbClr val="181818"/>
                </a:solidFill>
                <a:latin typeface="Cambria"/>
                <a:cs typeface="Cambria"/>
              </a:rPr>
              <a:t>paih</a:t>
            </a:r>
            <a:r>
              <a:rPr dirty="0" sz="2050" spc="4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131313"/>
                </a:solidFill>
                <a:latin typeface="Cambria"/>
                <a:cs typeface="Cambria"/>
              </a:rPr>
              <a:t>for</a:t>
            </a:r>
            <a:r>
              <a:rPr dirty="0" sz="2050" spc="4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0A0A0A"/>
                </a:solidFill>
                <a:latin typeface="Cambria"/>
                <a:cs typeface="Cambria"/>
              </a:rPr>
              <a:t>simple</a:t>
            </a:r>
            <a:r>
              <a:rPr dirty="0" sz="2050" spc="13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dirty="0" sz="2050" spc="-20">
                <a:latin typeface="Cambria"/>
                <a:cs typeface="Cambria"/>
              </a:rPr>
              <a:t>asks</a:t>
            </a:r>
            <a:endParaRPr sz="2050">
              <a:latin typeface="Cambria"/>
              <a:cs typeface="Cambria"/>
            </a:endParaRPr>
          </a:p>
          <a:p>
            <a:pPr marL="14604" marR="5080" indent="-2540">
              <a:lnSpc>
                <a:spcPct val="124900"/>
              </a:lnSpc>
              <a:spcBef>
                <a:spcPts val="785"/>
              </a:spcBef>
            </a:pPr>
            <a:r>
              <a:rPr dirty="0" sz="1650" spc="-25">
                <a:solidFill>
                  <a:srgbClr val="4D4D4D"/>
                </a:solidFill>
                <a:latin typeface="Arial MT"/>
                <a:cs typeface="Arial MT"/>
              </a:rPr>
              <a:t>"What</a:t>
            </a:r>
            <a:r>
              <a:rPr dirty="0" sz="1650" spc="-9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D4D4D"/>
                </a:solidFill>
                <a:latin typeface="Arial MT"/>
                <a:cs typeface="Arial MT"/>
              </a:rPr>
              <a:t>s</a:t>
            </a:r>
            <a:r>
              <a:rPr dirty="0" sz="1650" spc="-114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05050"/>
                </a:solidFill>
                <a:latin typeface="Arial MT"/>
                <a:cs typeface="Arial MT"/>
              </a:rPr>
              <a:t>for</a:t>
            </a:r>
            <a:r>
              <a:rPr dirty="0" sz="1650" spc="-4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5B5B5B"/>
                </a:solidFill>
                <a:latin typeface="Arial MT"/>
                <a:cs typeface="Arial MT"/>
              </a:rPr>
              <a:t>dinner</a:t>
            </a:r>
            <a:r>
              <a:rPr dirty="0" sz="165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65656"/>
                </a:solidFill>
                <a:latin typeface="Arial MT"/>
                <a:cs typeface="Arial MT"/>
              </a:rPr>
              <a:t>tonight*" </a:t>
            </a:r>
            <a:r>
              <a:rPr dirty="0" sz="1650" spc="-60">
                <a:solidFill>
                  <a:srgbClr val="505050"/>
                </a:solidFill>
                <a:latin typeface="Arial MT"/>
                <a:cs typeface="Arial MT"/>
              </a:rPr>
              <a:t>doesn </a:t>
            </a: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t</a:t>
            </a:r>
            <a:r>
              <a:rPr dirty="0" sz="1650" spc="-7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565656"/>
                </a:solidFill>
                <a:latin typeface="Arial MT"/>
                <a:cs typeface="Arial MT"/>
              </a:rPr>
              <a:t>need</a:t>
            </a:r>
            <a:r>
              <a:rPr dirty="0" sz="1650" spc="-4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45454"/>
                </a:solidFill>
                <a:latin typeface="Arial MT"/>
                <a:cs typeface="Arial MT"/>
              </a:rPr>
              <a:t>the</a:t>
            </a:r>
            <a:r>
              <a:rPr dirty="0" sz="1650" spc="-5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A8BCCA"/>
                </a:solidFill>
                <a:latin typeface="Arial MT"/>
                <a:cs typeface="Arial MT"/>
              </a:rPr>
              <a:t>full</a:t>
            </a:r>
            <a:r>
              <a:rPr dirty="0" sz="1650" spc="-85">
                <a:solidFill>
                  <a:srgbClr val="A8BCCA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45454"/>
                </a:solidFill>
                <a:latin typeface="Arial MT"/>
                <a:cs typeface="Arial MT"/>
              </a:rPr>
              <a:t>nine-</a:t>
            </a:r>
            <a:r>
              <a:rPr dirty="0" sz="1650" spc="-10">
                <a:solidFill>
                  <a:srgbClr val="525252"/>
                </a:solidFill>
                <a:latin typeface="Arial MT"/>
                <a:cs typeface="Arial MT"/>
              </a:rPr>
              <a:t>agent</a:t>
            </a:r>
            <a:r>
              <a:rPr dirty="0" sz="1650" spc="-5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4D4D4D"/>
                </a:solidFill>
                <a:latin typeface="Arial MT"/>
                <a:cs typeface="Arial MT"/>
              </a:rPr>
              <a:t>swarm.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82259" y="4762023"/>
            <a:ext cx="68516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0">
                <a:solidFill>
                  <a:srgbClr val="3FAC8C"/>
                </a:solidFill>
                <a:latin typeface="Consolas"/>
                <a:cs typeface="Consolas"/>
              </a:rPr>
              <a:t>Answer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09679" y="6816935"/>
            <a:ext cx="5138420" cy="10680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0E0E0E"/>
                </a:solidFill>
                <a:latin typeface="Cambria"/>
                <a:cs typeface="Cambria"/>
              </a:rPr>
              <a:t>Answer</a:t>
            </a:r>
            <a:r>
              <a:rPr dirty="0" sz="2050" spc="4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0C0C0C"/>
                </a:solidFill>
                <a:latin typeface="Cambria"/>
                <a:cs typeface="Cambria"/>
              </a:rPr>
              <a:t>shape</a:t>
            </a:r>
            <a:r>
              <a:rPr dirty="0" sz="2050" spc="5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161616"/>
                </a:solidFill>
                <a:latin typeface="Cambria"/>
                <a:cs typeface="Cambria"/>
              </a:rPr>
              <a:t>matches</a:t>
            </a:r>
            <a:r>
              <a:rPr dirty="0" sz="2050" spc="10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2050">
                <a:solidFill>
                  <a:srgbClr val="0F0F0F"/>
                </a:solidFill>
                <a:latin typeface="Cambria"/>
                <a:cs typeface="Cambria"/>
              </a:rPr>
              <a:t>the</a:t>
            </a:r>
            <a:r>
              <a:rPr dirty="0" sz="2050" spc="-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050" spc="-25">
                <a:solidFill>
                  <a:srgbClr val="050505"/>
                </a:solidFill>
                <a:latin typeface="Cambria"/>
                <a:cs typeface="Cambria"/>
              </a:rPr>
              <a:t>ask</a:t>
            </a:r>
            <a:endParaRPr sz="2050">
              <a:latin typeface="Cambria"/>
              <a:cs typeface="Cambria"/>
            </a:endParaRPr>
          </a:p>
          <a:p>
            <a:pPr marL="21590">
              <a:lnSpc>
                <a:spcPct val="100000"/>
              </a:lnSpc>
              <a:spcBef>
                <a:spcPts val="1280"/>
              </a:spcBef>
            </a:pPr>
            <a:r>
              <a:rPr dirty="0" sz="1650" spc="-145">
                <a:solidFill>
                  <a:srgbClr val="575757"/>
                </a:solidFill>
                <a:latin typeface="Arial MT"/>
                <a:cs typeface="Arial MT"/>
              </a:rPr>
              <a:t>A</a:t>
            </a:r>
            <a:r>
              <a:rPr dirty="0" sz="1650" spc="1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650" spc="-35">
                <a:solidFill>
                  <a:srgbClr val="565656"/>
                </a:solidFill>
                <a:latin typeface="Arial MT"/>
                <a:cs typeface="Arial MT"/>
              </a:rPr>
              <a:t>shopping</a:t>
            </a:r>
            <a:r>
              <a:rPr dirty="0" sz="1650" spc="-6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B5B5B"/>
                </a:solidFill>
                <a:latin typeface="Arial MT"/>
                <a:cs typeface="Arial MT"/>
              </a:rPr>
              <a:t>list</a:t>
            </a:r>
            <a:r>
              <a:rPr dirty="0" sz="1650" spc="-6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545454"/>
                </a:solidFill>
                <a:latin typeface="Arial MT"/>
                <a:cs typeface="Arial MT"/>
              </a:rPr>
              <a:t>looks</a:t>
            </a:r>
            <a:r>
              <a:rPr dirty="0" sz="1650" spc="1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75757"/>
                </a:solidFill>
                <a:latin typeface="Arial MT"/>
                <a:cs typeface="Arial MT"/>
              </a:rPr>
              <a:t>like</a:t>
            </a:r>
            <a:r>
              <a:rPr dirty="0" sz="1650" spc="-4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D4D4D"/>
                </a:solidFill>
                <a:latin typeface="Arial MT"/>
                <a:cs typeface="Arial MT"/>
              </a:rPr>
              <a:t>a</a:t>
            </a:r>
            <a:r>
              <a:rPr dirty="0" sz="1650" spc="-10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45454"/>
                </a:solidFill>
                <a:latin typeface="Arial MT"/>
                <a:cs typeface="Arial MT"/>
              </a:rPr>
              <a:t>list;</a:t>
            </a:r>
            <a:r>
              <a:rPr dirty="0" sz="1650" spc="-3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D5D5D"/>
                </a:solidFill>
                <a:latin typeface="Arial MT"/>
                <a:cs typeface="Arial MT"/>
              </a:rPr>
              <a:t>a</a:t>
            </a:r>
            <a:r>
              <a:rPr dirty="0" sz="1650" spc="-114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545454"/>
                </a:solidFill>
                <a:latin typeface="Arial MT"/>
                <a:cs typeface="Arial MT"/>
              </a:rPr>
              <a:t>weekly</a:t>
            </a:r>
            <a:r>
              <a:rPr dirty="0" sz="1650" spc="-1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plan</a:t>
            </a:r>
            <a:r>
              <a:rPr dirty="0" sz="165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505050"/>
                </a:solidFill>
                <a:latin typeface="Arial MT"/>
                <a:cs typeface="Arial MT"/>
              </a:rPr>
              <a:t>looks</a:t>
            </a:r>
            <a:r>
              <a:rPr dirty="0" sz="1650" spc="1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D5D5D"/>
                </a:solidFill>
                <a:latin typeface="Arial MT"/>
                <a:cs typeface="Arial MT"/>
              </a:rPr>
              <a:t>like</a:t>
            </a:r>
            <a:r>
              <a:rPr dirty="0" sz="1650" spc="-3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484848"/>
                </a:solidFill>
                <a:latin typeface="Arial MT"/>
                <a:cs typeface="Arial MT"/>
              </a:rPr>
              <a:t>a</a:t>
            </a:r>
            <a:endParaRPr sz="165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  <a:spcBef>
                <a:spcPts val="490"/>
              </a:spcBef>
            </a:pPr>
            <a:r>
              <a:rPr dirty="0" sz="1650" spc="-10">
                <a:solidFill>
                  <a:srgbClr val="4F4F4F"/>
                </a:solidFill>
                <a:latin typeface="Cambria"/>
                <a:cs typeface="Cambria"/>
              </a:rPr>
              <a:t>plan.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855" y="2827139"/>
            <a:ext cx="10429001" cy="74133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379508" y="10676376"/>
            <a:ext cx="7162165" cy="0"/>
          </a:xfrm>
          <a:custGeom>
            <a:avLst/>
            <a:gdLst/>
            <a:ahLst/>
            <a:cxnLst/>
            <a:rect l="l" t="t" r="r" b="b"/>
            <a:pathLst>
              <a:path w="7162165" h="0">
                <a:moveTo>
                  <a:pt x="0" y="0"/>
                </a:moveTo>
                <a:lnTo>
                  <a:pt x="7162086" y="0"/>
                </a:lnTo>
              </a:path>
            </a:pathLst>
          </a:custGeom>
          <a:ln w="39265">
            <a:solidFill>
              <a:srgbClr val="13976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3817" y="5018171"/>
            <a:ext cx="157063" cy="2041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18318" y="565427"/>
            <a:ext cx="1539220" cy="1570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95964" y="6164733"/>
            <a:ext cx="172769" cy="1806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0855" y="10601771"/>
            <a:ext cx="801022" cy="1884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855" y="557574"/>
            <a:ext cx="1350744" cy="20418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486347" y="10444708"/>
            <a:ext cx="486896" cy="47904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25426" y="1400869"/>
            <a:ext cx="255778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42B882"/>
                </a:solidFill>
                <a:latin typeface="Consolas"/>
                <a:cs typeface="Consolas"/>
              </a:rPr>
              <a:t>03</a:t>
            </a:r>
            <a:r>
              <a:rPr dirty="0" sz="1550" spc="-110">
                <a:solidFill>
                  <a:srgbClr val="42B882"/>
                </a:solidFill>
                <a:latin typeface="Consolas"/>
                <a:cs typeface="Consolas"/>
              </a:rPr>
              <a:t>  </a:t>
            </a:r>
            <a:r>
              <a:rPr dirty="0" sz="1550">
                <a:solidFill>
                  <a:srgbClr val="2D8E66"/>
                </a:solidFill>
                <a:latin typeface="Consolas"/>
                <a:cs typeface="Consolas"/>
              </a:rPr>
              <a:t>-</a:t>
            </a:r>
            <a:r>
              <a:rPr dirty="0" sz="1550" spc="-40">
                <a:solidFill>
                  <a:srgbClr val="2D8E66"/>
                </a:solidFill>
                <a:latin typeface="Consolas"/>
                <a:cs typeface="Consolas"/>
              </a:rPr>
              <a:t>  </a:t>
            </a:r>
            <a:r>
              <a:rPr dirty="0" sz="1550" spc="204">
                <a:solidFill>
                  <a:srgbClr val="369A7B"/>
                </a:solidFill>
                <a:latin typeface="Consolas"/>
                <a:cs typeface="Consolas"/>
              </a:rPr>
              <a:t>PANTR¥</a:t>
            </a:r>
            <a:r>
              <a:rPr dirty="0" sz="1550" spc="-114">
                <a:solidFill>
                  <a:srgbClr val="369A7B"/>
                </a:solidFill>
                <a:latin typeface="Consolas"/>
                <a:cs typeface="Consolas"/>
              </a:rPr>
              <a:t>  </a:t>
            </a:r>
            <a:r>
              <a:rPr dirty="0" sz="1550" spc="185">
                <a:solidFill>
                  <a:srgbClr val="219A7B"/>
                </a:solidFill>
                <a:latin typeface="Consolas"/>
                <a:cs typeface="Consolas"/>
              </a:rPr>
              <a:t>MEMOR¥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3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</a:pPr>
            <a:r>
              <a:rPr dirty="0" sz="3850">
                <a:solidFill>
                  <a:srgbClr val="131313"/>
                </a:solidFill>
              </a:rPr>
              <a:t>How</a:t>
            </a:r>
            <a:r>
              <a:rPr dirty="0" sz="3850" spc="215">
                <a:solidFill>
                  <a:srgbClr val="131313"/>
                </a:solidFill>
              </a:rPr>
              <a:t> </a:t>
            </a:r>
            <a:r>
              <a:rPr dirty="0" sz="3850" spc="195">
                <a:solidFill>
                  <a:srgbClr val="0F0F0F"/>
                </a:solidFill>
              </a:rPr>
              <a:t>pantry</a:t>
            </a:r>
            <a:r>
              <a:rPr dirty="0" sz="3850" spc="165">
                <a:solidFill>
                  <a:srgbClr val="0F0F0F"/>
                </a:solidFill>
              </a:rPr>
              <a:t> </a:t>
            </a:r>
            <a:r>
              <a:rPr dirty="0" sz="3850" spc="105">
                <a:solidFill>
                  <a:srgbClr val="0F0F0F"/>
                </a:solidFill>
              </a:rPr>
              <a:t>memory</a:t>
            </a:r>
            <a:r>
              <a:rPr dirty="0" sz="3850" spc="295">
                <a:solidFill>
                  <a:srgbClr val="0F0F0F"/>
                </a:solidFill>
              </a:rPr>
              <a:t> </a:t>
            </a:r>
            <a:r>
              <a:rPr dirty="0" sz="3850" spc="114">
                <a:solidFill>
                  <a:srgbClr val="0F0F0F"/>
                </a:solidFill>
              </a:rPr>
              <a:t>works</a:t>
            </a:r>
            <a:endParaRPr sz="3850"/>
          </a:p>
        </p:txBody>
      </p:sp>
      <p:sp>
        <p:nvSpPr>
          <p:cNvPr id="12" name="object 12"/>
          <p:cNvSpPr txBox="1"/>
          <p:nvPr/>
        </p:nvSpPr>
        <p:spPr>
          <a:xfrm>
            <a:off x="12701172" y="4840555"/>
            <a:ext cx="6097905" cy="165925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19"/>
              </a:spcBef>
            </a:pPr>
            <a:r>
              <a:rPr dirty="0" sz="1550" spc="120">
                <a:latin typeface="Arial MT"/>
                <a:cs typeface="Arial MT"/>
              </a:rPr>
              <a:t>Remember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Every </a:t>
            </a:r>
            <a:r>
              <a:rPr dirty="0" sz="1550">
                <a:solidFill>
                  <a:srgbClr val="505050"/>
                </a:solidFill>
                <a:latin typeface="Arial MT"/>
                <a:cs typeface="Arial MT"/>
              </a:rPr>
              <a:t>pantry</a:t>
            </a:r>
            <a:r>
              <a:rPr dirty="0" sz="1550" spc="-3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item</a:t>
            </a:r>
            <a:r>
              <a:rPr dirty="0" sz="1550" spc="-6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you</a:t>
            </a:r>
            <a:r>
              <a:rPr dirty="0" sz="1550" spc="-6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94949"/>
                </a:solidFill>
                <a:latin typeface="Arial MT"/>
                <a:cs typeface="Arial MT"/>
              </a:rPr>
              <a:t>add</a:t>
            </a:r>
            <a:r>
              <a:rPr dirty="0" sz="1550" spc="-8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becomes</a:t>
            </a:r>
            <a:r>
              <a:rPr dirty="0" sz="1550" spc="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464646"/>
                </a:solidFill>
                <a:latin typeface="Arial MT"/>
                <a:cs typeface="Arial MT"/>
              </a:rPr>
              <a:t>something</a:t>
            </a:r>
            <a:r>
              <a:rPr dirty="0" sz="1550" spc="5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dirty="0" sz="1550" spc="-6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05050"/>
                </a:solidFill>
                <a:latin typeface="Arial MT"/>
                <a:cs typeface="Arial MT"/>
              </a:rPr>
              <a:t>system</a:t>
            </a:r>
            <a:r>
              <a:rPr dirty="0" sz="1550" spc="-1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can</a:t>
            </a:r>
            <a:r>
              <a:rPr dirty="0" sz="1550" spc="-8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4D4D4D"/>
                </a:solidFill>
                <a:latin typeface="Arial MT"/>
                <a:cs typeface="Arial MT"/>
              </a:rPr>
              <a:t>recall</a:t>
            </a:r>
            <a:endParaRPr sz="155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490"/>
              </a:spcBef>
            </a:pPr>
            <a:r>
              <a:rPr dirty="0" sz="1550" spc="-10">
                <a:solidFill>
                  <a:srgbClr val="4B4B4B"/>
                </a:solidFill>
                <a:latin typeface="Arial MT"/>
                <a:cs typeface="Arial MT"/>
              </a:rPr>
              <a:t>later.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50" spc="140">
                <a:solidFill>
                  <a:srgbClr val="0E0E0E"/>
                </a:solidFill>
                <a:latin typeface="Arial MT"/>
                <a:cs typeface="Arial MT"/>
              </a:rPr>
              <a:t>Find</a:t>
            </a:r>
            <a:endParaRPr sz="155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120"/>
              </a:spcBef>
            </a:pP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When</a:t>
            </a:r>
            <a:r>
              <a:rPr dirty="0" sz="1550" spc="-11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you</a:t>
            </a:r>
            <a:r>
              <a:rPr dirty="0" sz="1550" spc="-5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ask</a:t>
            </a:r>
            <a:r>
              <a:rPr dirty="0" sz="1550" spc="-3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05050"/>
                </a:solidFill>
                <a:latin typeface="Arial MT"/>
                <a:cs typeface="Arial MT"/>
              </a:rPr>
              <a:t>for </a:t>
            </a:r>
            <a:r>
              <a:rPr dirty="0" sz="1550" spc="50">
                <a:solidFill>
                  <a:srgbClr val="565656"/>
                </a:solidFill>
                <a:latin typeface="Arial MT"/>
                <a:cs typeface="Arial MT"/>
              </a:rPr>
              <a:t>a</a:t>
            </a:r>
            <a:r>
              <a:rPr dirty="0" sz="1550" spc="-10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recipe,</a:t>
            </a:r>
            <a:r>
              <a:rPr dirty="0" sz="1550" spc="-2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it</a:t>
            </a:r>
            <a:r>
              <a:rPr dirty="0" sz="1550" spc="-7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D4D4D"/>
                </a:solidFill>
                <a:latin typeface="Arial MT"/>
                <a:cs typeface="Arial MT"/>
              </a:rPr>
              <a:t>retrieves</a:t>
            </a:r>
            <a:r>
              <a:rPr dirty="0" sz="1550" spc="-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only</a:t>
            </a:r>
            <a:r>
              <a:rPr dirty="0" sz="1550" spc="-2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the</a:t>
            </a:r>
            <a:r>
              <a:rPr dirty="0" sz="1550" spc="-4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45454"/>
                </a:solidFill>
                <a:latin typeface="Arial MT"/>
                <a:cs typeface="Arial MT"/>
              </a:rPr>
              <a:t>ingredients</a:t>
            </a:r>
            <a:r>
              <a:rPr dirty="0" sz="1550" spc="7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that</a:t>
            </a:r>
            <a:r>
              <a:rPr dirty="0" sz="1550" spc="-4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464646"/>
                </a:solidFill>
                <a:latin typeface="Arial MT"/>
                <a:cs typeface="Arial MT"/>
              </a:rPr>
              <a:t>maher.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00504" y="6786831"/>
            <a:ext cx="5069840" cy="545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111"/>
                </a:solidFill>
                <a:latin typeface="Arial MT"/>
                <a:cs typeface="Arial MT"/>
              </a:rPr>
              <a:t>Learn</a:t>
            </a:r>
            <a:endParaRPr sz="180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  <a:spcBef>
                <a:spcPts val="70"/>
              </a:spcBef>
            </a:pPr>
            <a:r>
              <a:rPr dirty="0" sz="155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550" spc="-6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more</a:t>
            </a:r>
            <a:r>
              <a:rPr dirty="0" sz="1550" spc="-3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75757"/>
                </a:solidFill>
                <a:latin typeface="Arial MT"/>
                <a:cs typeface="Arial MT"/>
              </a:rPr>
              <a:t>your</a:t>
            </a:r>
            <a:r>
              <a:rPr dirty="0" sz="1550" spc="-1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family</a:t>
            </a:r>
            <a:r>
              <a:rPr dirty="0" sz="1550" spc="-2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75757"/>
                </a:solidFill>
                <a:latin typeface="Arial MT"/>
                <a:cs typeface="Arial MT"/>
              </a:rPr>
              <a:t>uses</a:t>
            </a:r>
            <a:r>
              <a:rPr dirty="0" sz="1550" spc="-4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797979"/>
                </a:solidFill>
                <a:latin typeface="Arial MT"/>
                <a:cs typeface="Arial MT"/>
              </a:rPr>
              <a:t>it,</a:t>
            </a:r>
            <a:r>
              <a:rPr dirty="0" sz="1550" spc="-65">
                <a:solidFill>
                  <a:srgbClr val="79797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the</a:t>
            </a:r>
            <a:r>
              <a:rPr dirty="0" sz="1550" spc="-5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45454"/>
                </a:solidFill>
                <a:latin typeface="Arial MT"/>
                <a:cs typeface="Arial MT"/>
              </a:rPr>
              <a:t>sharper</a:t>
            </a:r>
            <a:r>
              <a:rPr dirty="0" sz="1550" spc="6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75757"/>
                </a:solidFill>
                <a:latin typeface="Arial MT"/>
                <a:cs typeface="Arial MT"/>
              </a:rPr>
              <a:t>suggestions</a:t>
            </a:r>
            <a:r>
              <a:rPr dirty="0" sz="1550" spc="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595959"/>
                </a:solidFill>
                <a:latin typeface="Arial MT"/>
                <a:cs typeface="Arial MT"/>
              </a:rPr>
              <a:t>get.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91014" y="7070853"/>
            <a:ext cx="9271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>
                <a:solidFill>
                  <a:srgbClr val="389772"/>
                </a:solidFill>
                <a:latin typeface="Arial MT"/>
                <a:cs typeface="Arial MT"/>
              </a:rPr>
              <a:t>“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03483" y="7603560"/>
            <a:ext cx="1428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36960"/>
                </a:solidFill>
                <a:latin typeface="Arial MT"/>
                <a:cs typeface="Arial MT"/>
              </a:rPr>
              <a:t>p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02326" y="7603560"/>
            <a:ext cx="5432425" cy="545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Why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E0E0E"/>
                </a:solidFill>
                <a:latin typeface="Arial MT"/>
                <a:cs typeface="Arial MT"/>
              </a:rPr>
              <a:t>it</a:t>
            </a:r>
            <a:r>
              <a:rPr dirty="0" sz="1800" spc="1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11111"/>
                </a:solidFill>
                <a:latin typeface="Arial MT"/>
                <a:cs typeface="Arial MT"/>
              </a:rPr>
              <a:t>matters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No</a:t>
            </a:r>
            <a:r>
              <a:rPr dirty="0" sz="1550" spc="-6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more</a:t>
            </a:r>
            <a:r>
              <a:rPr dirty="0" sz="1550" spc="-4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meal</a:t>
            </a:r>
            <a:r>
              <a:rPr dirty="0" sz="1550" spc="-6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ideas</a:t>
            </a:r>
            <a:r>
              <a:rPr dirty="0" sz="1550" spc="-7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B4B4B"/>
                </a:solidFill>
                <a:latin typeface="Arial MT"/>
                <a:cs typeface="Arial MT"/>
              </a:rPr>
              <a:t>that</a:t>
            </a:r>
            <a:r>
              <a:rPr dirty="0" sz="1550" spc="-6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84848"/>
                </a:solidFill>
                <a:latin typeface="Arial MT"/>
                <a:cs typeface="Arial MT"/>
              </a:rPr>
              <a:t>ignore</a:t>
            </a:r>
            <a:r>
              <a:rPr dirty="0" sz="1550" spc="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what's</a:t>
            </a:r>
            <a:r>
              <a:rPr dirty="0" sz="1550" spc="-4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already</a:t>
            </a:r>
            <a:r>
              <a:rPr dirty="0" sz="1550" spc="-1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in</a:t>
            </a:r>
            <a:r>
              <a:rPr dirty="0" sz="1550" spc="-9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your</a:t>
            </a:r>
            <a:r>
              <a:rPr dirty="0" sz="1550" spc="1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494949"/>
                </a:solidFill>
                <a:latin typeface="Arial MT"/>
                <a:cs typeface="Arial MT"/>
              </a:rPr>
              <a:t>kitchen.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7884795" cy="0"/>
          </a:xfrm>
          <a:custGeom>
            <a:avLst/>
            <a:gdLst/>
            <a:ahLst/>
            <a:cxnLst/>
            <a:rect l="l" t="t" r="r" b="b"/>
            <a:pathLst>
              <a:path w="7884795" h="0">
                <a:moveTo>
                  <a:pt x="0" y="0"/>
                </a:moveTo>
                <a:lnTo>
                  <a:pt x="7884577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23888" y="2171399"/>
            <a:ext cx="605155" cy="0"/>
          </a:xfrm>
          <a:custGeom>
            <a:avLst/>
            <a:gdLst/>
            <a:ahLst/>
            <a:cxnLst/>
            <a:rect l="l" t="t" r="r" b="b"/>
            <a:pathLst>
              <a:path w="605154" h="0">
                <a:moveTo>
                  <a:pt x="0" y="0"/>
                </a:moveTo>
                <a:lnTo>
                  <a:pt x="604693" y="0"/>
                </a:lnTo>
              </a:path>
            </a:pathLst>
          </a:custGeom>
          <a:ln w="23559">
            <a:solidFill>
              <a:srgbClr val="131F1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855" y="557574"/>
            <a:ext cx="1335037" cy="2041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86347" y="10429002"/>
            <a:ext cx="486896" cy="4947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24723" y="1384508"/>
            <a:ext cx="34391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60">
                <a:solidFill>
                  <a:srgbClr val="42B882"/>
                </a:solidFill>
                <a:latin typeface="Consolas"/>
                <a:cs typeface="Consolas"/>
              </a:rPr>
              <a:t>03</a:t>
            </a:r>
            <a:r>
              <a:rPr dirty="0" sz="1650" spc="254">
                <a:solidFill>
                  <a:srgbClr val="42B882"/>
                </a:solidFill>
                <a:latin typeface="Consolas"/>
                <a:cs typeface="Consolas"/>
              </a:rPr>
              <a:t> </a:t>
            </a:r>
            <a:r>
              <a:rPr dirty="0" sz="1650" spc="60">
                <a:solidFill>
                  <a:srgbClr val="2D8E66"/>
                </a:solidFill>
                <a:latin typeface="Consolas"/>
                <a:cs typeface="Consolas"/>
              </a:rPr>
              <a:t>-</a:t>
            </a:r>
            <a:r>
              <a:rPr dirty="0" sz="1650" spc="-160">
                <a:solidFill>
                  <a:srgbClr val="2D8E66"/>
                </a:solidFill>
                <a:latin typeface="Consolas"/>
                <a:cs typeface="Consolas"/>
              </a:rPr>
              <a:t>  </a:t>
            </a:r>
            <a:r>
              <a:rPr dirty="0" sz="1650" spc="150">
                <a:solidFill>
                  <a:srgbClr val="3AA877"/>
                </a:solidFill>
                <a:latin typeface="Consolas"/>
                <a:cs typeface="Consolas"/>
              </a:rPr>
              <a:t>SYSTEM</a:t>
            </a:r>
            <a:r>
              <a:rPr dirty="0" sz="1650" spc="-140">
                <a:solidFill>
                  <a:srgbClr val="3AA877"/>
                </a:solidFill>
                <a:latin typeface="Consolas"/>
                <a:cs typeface="Consolas"/>
              </a:rPr>
              <a:t>  </a:t>
            </a:r>
            <a:r>
              <a:rPr dirty="0" sz="1650" spc="150">
                <a:solidFill>
                  <a:srgbClr val="219164"/>
                </a:solidFill>
                <a:latin typeface="Consolas"/>
                <a:cs typeface="Consolas"/>
              </a:rPr>
              <a:t>ARCNIT</a:t>
            </a:r>
            <a:r>
              <a:rPr dirty="0" sz="1650" spc="-535">
                <a:solidFill>
                  <a:srgbClr val="219164"/>
                </a:solidFill>
                <a:latin typeface="Consolas"/>
                <a:cs typeface="Consolas"/>
              </a:rPr>
              <a:t> </a:t>
            </a:r>
            <a:r>
              <a:rPr dirty="0" sz="1650" spc="165">
                <a:solidFill>
                  <a:srgbClr val="11805D"/>
                </a:solidFill>
                <a:latin typeface="Consolas"/>
                <a:cs typeface="Consolas"/>
              </a:rPr>
              <a:t>ECTURE</a:t>
            </a:r>
            <a:endParaRPr sz="1650">
              <a:latin typeface="Consolas"/>
              <a:cs typeface="Consola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118026" y="1722195"/>
            <a:ext cx="5139690" cy="75184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750" spc="70">
                <a:solidFill>
                  <a:srgbClr val="0F0F0F"/>
                </a:solidFill>
              </a:rPr>
              <a:t>Where</a:t>
            </a:r>
            <a:r>
              <a:rPr dirty="0" sz="4750" spc="165">
                <a:solidFill>
                  <a:srgbClr val="0F0F0F"/>
                </a:solidFill>
              </a:rPr>
              <a:t> </a:t>
            </a:r>
            <a:r>
              <a:rPr dirty="0" sz="4750">
                <a:solidFill>
                  <a:srgbClr val="0C0C0C"/>
                </a:solidFill>
              </a:rPr>
              <a:t>Gemini</a:t>
            </a:r>
            <a:r>
              <a:rPr dirty="0" sz="4750" spc="305">
                <a:solidFill>
                  <a:srgbClr val="0C0C0C"/>
                </a:solidFill>
              </a:rPr>
              <a:t> </a:t>
            </a:r>
            <a:r>
              <a:rPr dirty="0" sz="4750" spc="-10">
                <a:solidFill>
                  <a:srgbClr val="0E0E0E"/>
                </a:solidFill>
              </a:rPr>
              <a:t>helps</a:t>
            </a:r>
            <a:endParaRPr sz="4750"/>
          </a:p>
        </p:txBody>
      </p:sp>
      <p:sp>
        <p:nvSpPr>
          <p:cNvPr id="8" name="object 8"/>
          <p:cNvSpPr txBox="1"/>
          <p:nvPr/>
        </p:nvSpPr>
        <p:spPr>
          <a:xfrm>
            <a:off x="7112104" y="1722195"/>
            <a:ext cx="2872105" cy="751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750" spc="160">
                <a:solidFill>
                  <a:srgbClr val="131313"/>
                </a:solidFill>
                <a:latin typeface="Times New Roman"/>
                <a:cs typeface="Times New Roman"/>
              </a:rPr>
              <a:t>and</a:t>
            </a:r>
            <a:r>
              <a:rPr dirty="0" sz="4750" spc="5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4750" spc="60">
                <a:latin typeface="Times New Roman"/>
                <a:cs typeface="Times New Roman"/>
              </a:rPr>
              <a:t>doesn't</a:t>
            </a:r>
            <a:endParaRPr sz="4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8355" y="5453756"/>
            <a:ext cx="4455160" cy="7505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855344" algn="l"/>
                <a:tab pos="1582420" algn="l"/>
              </a:tabLst>
            </a:pPr>
            <a:r>
              <a:rPr dirty="0" sz="1400" spc="-395">
                <a:solidFill>
                  <a:srgbClr val="64B595"/>
                </a:solidFill>
                <a:latin typeface="Arial MT"/>
                <a:cs typeface="Arial MT"/>
              </a:rPr>
              <a:t>G</a:t>
            </a:r>
            <a:r>
              <a:rPr dirty="0" sz="1400" spc="-145">
                <a:solidFill>
                  <a:srgbClr val="64B595"/>
                </a:solidFill>
                <a:latin typeface="Arial MT"/>
                <a:cs typeface="Arial MT"/>
              </a:rPr>
              <a:t> </a:t>
            </a:r>
            <a:r>
              <a:rPr dirty="0" sz="1400" spc="-265">
                <a:solidFill>
                  <a:srgbClr val="289C79"/>
                </a:solidFill>
                <a:latin typeface="Arial MT"/>
                <a:cs typeface="Arial MT"/>
              </a:rPr>
              <a:t>E</a:t>
            </a:r>
            <a:r>
              <a:rPr dirty="0" sz="1400" spc="-200">
                <a:solidFill>
                  <a:srgbClr val="289C7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6A383"/>
                </a:solidFill>
                <a:latin typeface="Arial MT"/>
                <a:cs typeface="Arial MT"/>
              </a:rPr>
              <a:t>N</a:t>
            </a:r>
            <a:r>
              <a:rPr dirty="0" sz="1400">
                <a:solidFill>
                  <a:srgbClr val="089052"/>
                </a:solidFill>
                <a:latin typeface="Arial MT"/>
                <a:cs typeface="Arial MT"/>
              </a:rPr>
              <a:t>I</a:t>
            </a:r>
            <a:r>
              <a:rPr dirty="0" sz="1400" spc="114">
                <a:solidFill>
                  <a:srgbClr val="089052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2FA07C"/>
                </a:solidFill>
                <a:latin typeface="Arial MT"/>
                <a:cs typeface="Arial MT"/>
              </a:rPr>
              <a:t>N</a:t>
            </a:r>
            <a:r>
              <a:rPr dirty="0" sz="1400" spc="-25">
                <a:solidFill>
                  <a:srgbClr val="2A9562"/>
                </a:solidFill>
                <a:latin typeface="Arial MT"/>
                <a:cs typeface="Arial MT"/>
              </a:rPr>
              <a:t>I</a:t>
            </a:r>
            <a:r>
              <a:rPr dirty="0" sz="1400">
                <a:solidFill>
                  <a:srgbClr val="2A9562"/>
                </a:solidFill>
                <a:latin typeface="Arial MT"/>
                <a:cs typeface="Arial MT"/>
              </a:rPr>
              <a:t>	</a:t>
            </a:r>
            <a:r>
              <a:rPr dirty="0" sz="1400" spc="-250">
                <a:solidFill>
                  <a:srgbClr val="26A882"/>
                </a:solidFill>
                <a:latin typeface="Arial MT"/>
                <a:cs typeface="Arial MT"/>
              </a:rPr>
              <a:t>H</a:t>
            </a:r>
            <a:r>
              <a:rPr dirty="0" sz="1400" spc="-175">
                <a:solidFill>
                  <a:srgbClr val="26A882"/>
                </a:solidFill>
                <a:latin typeface="Arial MT"/>
                <a:cs typeface="Arial MT"/>
              </a:rPr>
              <a:t> </a:t>
            </a:r>
            <a:r>
              <a:rPr dirty="0" sz="1400" spc="-265">
                <a:solidFill>
                  <a:srgbClr val="1D9070"/>
                </a:solidFill>
                <a:latin typeface="Arial MT"/>
                <a:cs typeface="Arial MT"/>
              </a:rPr>
              <a:t>E</a:t>
            </a:r>
            <a:r>
              <a:rPr dirty="0" sz="1400" spc="-70">
                <a:solidFill>
                  <a:srgbClr val="1D9070"/>
                </a:solidFill>
                <a:latin typeface="Arial MT"/>
                <a:cs typeface="Arial MT"/>
              </a:rPr>
              <a:t> </a:t>
            </a:r>
            <a:r>
              <a:rPr dirty="0" sz="1400" spc="-110">
                <a:solidFill>
                  <a:srgbClr val="169A64"/>
                </a:solidFill>
                <a:latin typeface="Arial MT"/>
                <a:cs typeface="Arial MT"/>
              </a:rPr>
              <a:t>L</a:t>
            </a:r>
            <a:r>
              <a:rPr dirty="0" sz="1400" spc="-135">
                <a:solidFill>
                  <a:srgbClr val="169A64"/>
                </a:solidFill>
                <a:latin typeface="Arial MT"/>
                <a:cs typeface="Arial MT"/>
              </a:rPr>
              <a:t> </a:t>
            </a:r>
            <a:r>
              <a:rPr dirty="0" sz="1400" spc="-215">
                <a:solidFill>
                  <a:srgbClr val="189C75"/>
                </a:solidFill>
                <a:latin typeface="Arial MT"/>
                <a:cs typeface="Arial MT"/>
              </a:rPr>
              <a:t>P</a:t>
            </a:r>
            <a:r>
              <a:rPr dirty="0" sz="1400" spc="-150">
                <a:solidFill>
                  <a:srgbClr val="189C75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1F956B"/>
                </a:solidFill>
                <a:latin typeface="Arial MT"/>
                <a:cs typeface="Arial MT"/>
              </a:rPr>
              <a:t>S</a:t>
            </a:r>
            <a:r>
              <a:rPr dirty="0" sz="1400">
                <a:solidFill>
                  <a:srgbClr val="1F956B"/>
                </a:solidFill>
                <a:latin typeface="Arial MT"/>
                <a:cs typeface="Arial MT"/>
              </a:rPr>
              <a:t>	</a:t>
            </a:r>
            <a:r>
              <a:rPr dirty="0" sz="1400" spc="-280">
                <a:solidFill>
                  <a:srgbClr val="249583"/>
                </a:solidFill>
                <a:latin typeface="Arial MT"/>
                <a:cs typeface="Arial MT"/>
              </a:rPr>
              <a:t>W</a:t>
            </a:r>
            <a:r>
              <a:rPr dirty="0" sz="1400" spc="-280">
                <a:solidFill>
                  <a:srgbClr val="2A9760"/>
                </a:solidFill>
                <a:latin typeface="Arial MT"/>
                <a:cs typeface="Arial MT"/>
              </a:rPr>
              <a:t>I</a:t>
            </a:r>
            <a:r>
              <a:rPr dirty="0" sz="1400" spc="405">
                <a:solidFill>
                  <a:srgbClr val="2A9760"/>
                </a:solidFill>
                <a:latin typeface="Arial MT"/>
                <a:cs typeface="Arial MT"/>
              </a:rPr>
              <a:t> </a:t>
            </a:r>
            <a:r>
              <a:rPr dirty="0" sz="1400" spc="-145">
                <a:solidFill>
                  <a:srgbClr val="1C9C70"/>
                </a:solidFill>
                <a:latin typeface="Arial MT"/>
                <a:cs typeface="Arial MT"/>
              </a:rPr>
              <a:t>T</a:t>
            </a:r>
            <a:r>
              <a:rPr dirty="0" sz="1400" spc="-200">
                <a:solidFill>
                  <a:srgbClr val="1C9C70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42B39A"/>
                </a:solidFill>
                <a:latin typeface="Arial MT"/>
                <a:cs typeface="Arial MT"/>
              </a:rPr>
              <a:t>H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400">
              <a:latin typeface="Arial MT"/>
              <a:cs typeface="Arial MT"/>
            </a:endParaRPr>
          </a:p>
          <a:p>
            <a:pPr marL="413384">
              <a:lnSpc>
                <a:spcPct val="100000"/>
              </a:lnSpc>
              <a:spcBef>
                <a:spcPts val="5"/>
              </a:spcBef>
            </a:pPr>
            <a:r>
              <a:rPr dirty="0" sz="1650">
                <a:solidFill>
                  <a:srgbClr val="0A0A0A"/>
                </a:solidFill>
                <a:latin typeface="Arial MT"/>
                <a:cs typeface="Arial MT"/>
              </a:rPr>
              <a:t>Understanding</a:t>
            </a:r>
            <a:r>
              <a:rPr dirty="0" sz="1650" spc="37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dirty="0" sz="1650" spc="19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81818"/>
                </a:solidFill>
                <a:latin typeface="Arial MT"/>
                <a:cs typeface="Arial MT"/>
              </a:rPr>
              <a:t>ask</a:t>
            </a:r>
            <a:r>
              <a:rPr dirty="0" sz="1650" spc="18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650" spc="50">
                <a:solidFill>
                  <a:srgbClr val="21445B"/>
                </a:solidFill>
                <a:latin typeface="Arial MT"/>
                <a:cs typeface="Arial MT"/>
              </a:rPr>
              <a:t>in</a:t>
            </a:r>
            <a:r>
              <a:rPr dirty="0" sz="1650" spc="65">
                <a:solidFill>
                  <a:srgbClr val="21445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81818"/>
                </a:solidFill>
                <a:latin typeface="Arial MT"/>
                <a:cs typeface="Arial MT"/>
              </a:rPr>
              <a:t>plain</a:t>
            </a:r>
            <a:r>
              <a:rPr dirty="0" sz="1650" spc="114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language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48889" y="6410533"/>
            <a:ext cx="428117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080808"/>
                </a:solidFill>
                <a:latin typeface="Arial MT"/>
                <a:cs typeface="Arial MT"/>
              </a:rPr>
              <a:t>Suggesting</a:t>
            </a:r>
            <a:r>
              <a:rPr dirty="0" sz="1650" spc="36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61616"/>
                </a:solidFill>
                <a:latin typeface="Arial MT"/>
                <a:cs typeface="Arial MT"/>
              </a:rPr>
              <a:t>meal</a:t>
            </a:r>
            <a:r>
              <a:rPr dirty="0" sz="1650" spc="114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ideas</a:t>
            </a:r>
            <a:r>
              <a:rPr dirty="0" sz="1650" spc="195"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31313"/>
                </a:solidFill>
                <a:latin typeface="Arial MT"/>
                <a:cs typeface="Arial MT"/>
              </a:rPr>
              <a:t>from</a:t>
            </a:r>
            <a:r>
              <a:rPr dirty="0" sz="1650" spc="17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what's</a:t>
            </a:r>
            <a:r>
              <a:rPr dirty="0" sz="1650" spc="215">
                <a:latin typeface="Arial MT"/>
                <a:cs typeface="Arial MT"/>
              </a:rPr>
              <a:t> </a:t>
            </a:r>
            <a:r>
              <a:rPr dirty="0" sz="1650" spc="50">
                <a:solidFill>
                  <a:srgbClr val="3B4662"/>
                </a:solidFill>
                <a:latin typeface="Arial MT"/>
                <a:cs typeface="Arial MT"/>
              </a:rPr>
              <a:t>on</a:t>
            </a:r>
            <a:r>
              <a:rPr dirty="0" sz="1650" spc="90">
                <a:solidFill>
                  <a:srgbClr val="3B4662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131313"/>
                </a:solidFill>
                <a:latin typeface="Arial MT"/>
                <a:cs typeface="Arial MT"/>
              </a:rPr>
              <a:t>hand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7995" y="6897430"/>
            <a:ext cx="3907790" cy="7677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050505"/>
                </a:solidFill>
                <a:latin typeface="Arial MT"/>
                <a:cs typeface="Arial MT"/>
              </a:rPr>
              <a:t>Reading</a:t>
            </a:r>
            <a:r>
              <a:rPr dirty="0" sz="1650" spc="21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31313"/>
                </a:solidFill>
                <a:latin typeface="Arial MT"/>
                <a:cs typeface="Arial MT"/>
              </a:rPr>
              <a:t>bill</a:t>
            </a:r>
            <a:r>
              <a:rPr dirty="0" sz="1650" spc="18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A0A0A"/>
                </a:solidFill>
                <a:latin typeface="Arial MT"/>
                <a:cs typeface="Arial MT"/>
              </a:rPr>
              <a:t>photos</a:t>
            </a:r>
            <a:r>
              <a:rPr dirty="0" sz="1650" spc="19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81818"/>
                </a:solidFill>
                <a:latin typeface="Arial MT"/>
                <a:cs typeface="Arial MT"/>
              </a:rPr>
              <a:t>to</a:t>
            </a:r>
            <a:r>
              <a:rPr dirty="0" sz="1650" spc="17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update</a:t>
            </a:r>
            <a:r>
              <a:rPr dirty="0" sz="1650" spc="165"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650" spc="1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11111"/>
                </a:solidFill>
                <a:latin typeface="Arial MT"/>
                <a:cs typeface="Arial MT"/>
              </a:rPr>
              <a:t>pantry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dirty="0" sz="1650">
                <a:solidFill>
                  <a:srgbClr val="0F0F0F"/>
                </a:solidFill>
                <a:latin typeface="Arial MT"/>
                <a:cs typeface="Arial MT"/>
              </a:rPr>
              <a:t>Writing</a:t>
            </a:r>
            <a:r>
              <a:rPr dirty="0" sz="1650" spc="18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650" spc="70">
                <a:solidFill>
                  <a:srgbClr val="151515"/>
                </a:solidFill>
                <a:latin typeface="Arial MT"/>
                <a:cs typeface="Arial MT"/>
              </a:rPr>
              <a:t>a</a:t>
            </a:r>
            <a:r>
              <a:rPr dirty="0" sz="1650" spc="1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11111"/>
                </a:solidFill>
                <a:latin typeface="Arial MT"/>
                <a:cs typeface="Arial MT"/>
              </a:rPr>
              <a:t>clear,</a:t>
            </a:r>
            <a:r>
              <a:rPr dirty="0" sz="1650" spc="1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0F0F"/>
                </a:solidFill>
                <a:latin typeface="Arial MT"/>
                <a:cs typeface="Arial MT"/>
              </a:rPr>
              <a:t>readable</a:t>
            </a:r>
            <a:r>
              <a:rPr dirty="0" sz="1650" spc="2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11111"/>
                </a:solidFill>
                <a:latin typeface="Arial MT"/>
                <a:cs typeface="Arial MT"/>
              </a:rPr>
              <a:t>plan</a:t>
            </a:r>
            <a:r>
              <a:rPr dirty="0" sz="1650" spc="17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11111"/>
                </a:solidFill>
                <a:latin typeface="Arial MT"/>
                <a:cs typeface="Arial MT"/>
              </a:rPr>
              <a:t>summary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90893" y="5453756"/>
            <a:ext cx="6296025" cy="1237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78535" algn="l"/>
                <a:tab pos="1840864" algn="l"/>
              </a:tabLst>
            </a:pPr>
            <a:r>
              <a:rPr dirty="0" sz="1400" spc="-285">
                <a:solidFill>
                  <a:srgbClr val="D8623F"/>
                </a:solidFill>
                <a:latin typeface="Arial MT"/>
                <a:cs typeface="Arial MT"/>
              </a:rPr>
              <a:t>D</a:t>
            </a:r>
            <a:r>
              <a:rPr dirty="0" sz="1400" spc="-150">
                <a:solidFill>
                  <a:srgbClr val="D8623F"/>
                </a:solidFill>
                <a:latin typeface="Arial MT"/>
                <a:cs typeface="Arial MT"/>
              </a:rPr>
              <a:t> </a:t>
            </a:r>
            <a:r>
              <a:rPr dirty="0" sz="1400" spc="-70">
                <a:solidFill>
                  <a:srgbClr val="DD623A"/>
                </a:solidFill>
                <a:latin typeface="Arial MT"/>
                <a:cs typeface="Arial MT"/>
              </a:rPr>
              <a:t>0</a:t>
            </a:r>
            <a:r>
              <a:rPr dirty="0" sz="1400" spc="-175">
                <a:solidFill>
                  <a:srgbClr val="DD623A"/>
                </a:solidFill>
                <a:latin typeface="Arial MT"/>
                <a:cs typeface="Arial MT"/>
              </a:rPr>
              <a:t> </a:t>
            </a:r>
            <a:r>
              <a:rPr dirty="0" sz="1400" spc="-265">
                <a:solidFill>
                  <a:srgbClr val="D66B4D"/>
                </a:solidFill>
                <a:latin typeface="Arial MT"/>
                <a:cs typeface="Arial MT"/>
              </a:rPr>
              <a:t>E</a:t>
            </a:r>
            <a:r>
              <a:rPr dirty="0" sz="1400" spc="-95">
                <a:solidFill>
                  <a:srgbClr val="D66B4D"/>
                </a:solidFill>
                <a:latin typeface="Arial MT"/>
                <a:cs typeface="Arial MT"/>
              </a:rPr>
              <a:t> </a:t>
            </a:r>
            <a:r>
              <a:rPr dirty="0" sz="1400" spc="-240">
                <a:solidFill>
                  <a:srgbClr val="CD7956"/>
                </a:solidFill>
                <a:latin typeface="Arial MT"/>
                <a:cs typeface="Arial MT"/>
              </a:rPr>
              <a:t>S</a:t>
            </a:r>
            <a:r>
              <a:rPr dirty="0" sz="1400" spc="-215">
                <a:solidFill>
                  <a:srgbClr val="CD7956"/>
                </a:solidFill>
                <a:latin typeface="Arial MT"/>
                <a:cs typeface="Arial MT"/>
              </a:rPr>
              <a:t> </a:t>
            </a:r>
            <a:r>
              <a:rPr dirty="0" sz="1400" spc="-254">
                <a:solidFill>
                  <a:srgbClr val="D16757"/>
                </a:solidFill>
                <a:latin typeface="Arial MT"/>
                <a:cs typeface="Arial MT"/>
              </a:rPr>
              <a:t>N</a:t>
            </a:r>
            <a:r>
              <a:rPr dirty="0" sz="1400" spc="110">
                <a:solidFill>
                  <a:srgbClr val="D16757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B87269"/>
                </a:solidFill>
                <a:latin typeface="Arial MT"/>
                <a:cs typeface="Arial MT"/>
              </a:rPr>
              <a:t>’</a:t>
            </a:r>
            <a:r>
              <a:rPr dirty="0" sz="1400" spc="30">
                <a:solidFill>
                  <a:srgbClr val="B87269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C87777"/>
                </a:solidFill>
                <a:latin typeface="Arial MT"/>
                <a:cs typeface="Arial MT"/>
              </a:rPr>
              <a:t>T</a:t>
            </a:r>
            <a:r>
              <a:rPr dirty="0" sz="1400">
                <a:solidFill>
                  <a:srgbClr val="C87777"/>
                </a:solidFill>
                <a:latin typeface="Arial MT"/>
                <a:cs typeface="Arial MT"/>
              </a:rPr>
              <a:t>	</a:t>
            </a:r>
            <a:r>
              <a:rPr dirty="0" sz="1400" spc="-285">
                <a:solidFill>
                  <a:srgbClr val="CD644B"/>
                </a:solidFill>
                <a:latin typeface="Arial MT"/>
                <a:cs typeface="Arial MT"/>
              </a:rPr>
              <a:t>D</a:t>
            </a:r>
            <a:r>
              <a:rPr dirty="0" sz="1400" spc="-140">
                <a:solidFill>
                  <a:srgbClr val="CD644B"/>
                </a:solidFill>
                <a:latin typeface="Arial MT"/>
                <a:cs typeface="Arial MT"/>
              </a:rPr>
              <a:t> </a:t>
            </a:r>
            <a:r>
              <a:rPr dirty="0" sz="1400" spc="-265">
                <a:solidFill>
                  <a:srgbClr val="C16044"/>
                </a:solidFill>
                <a:latin typeface="Arial MT"/>
                <a:cs typeface="Arial MT"/>
              </a:rPr>
              <a:t>E</a:t>
            </a:r>
            <a:r>
              <a:rPr dirty="0" sz="1400" spc="-40">
                <a:solidFill>
                  <a:srgbClr val="C16044"/>
                </a:solidFill>
                <a:latin typeface="Arial MT"/>
                <a:cs typeface="Arial MT"/>
              </a:rPr>
              <a:t> </a:t>
            </a:r>
            <a:r>
              <a:rPr dirty="0" sz="1400" spc="-405">
                <a:solidFill>
                  <a:srgbClr val="D45D52"/>
                </a:solidFill>
                <a:latin typeface="Arial MT"/>
                <a:cs typeface="Arial MT"/>
              </a:rPr>
              <a:t>C</a:t>
            </a:r>
            <a:r>
              <a:rPr dirty="0" sz="1400" spc="-140">
                <a:solidFill>
                  <a:srgbClr val="D45D52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C85942"/>
                </a:solidFill>
                <a:latin typeface="Arial MT"/>
                <a:cs typeface="Arial MT"/>
              </a:rPr>
              <a:t>I</a:t>
            </a:r>
            <a:r>
              <a:rPr dirty="0" sz="1400" spc="170">
                <a:solidFill>
                  <a:srgbClr val="C85942"/>
                </a:solidFill>
                <a:latin typeface="Arial MT"/>
                <a:cs typeface="Arial MT"/>
              </a:rPr>
              <a:t> </a:t>
            </a:r>
            <a:r>
              <a:rPr dirty="0" sz="1400" spc="-285">
                <a:solidFill>
                  <a:srgbClr val="CD6046"/>
                </a:solidFill>
                <a:latin typeface="Arial MT"/>
                <a:cs typeface="Arial MT"/>
              </a:rPr>
              <a:t>D</a:t>
            </a:r>
            <a:r>
              <a:rPr dirty="0" sz="1400" spc="-140">
                <a:solidFill>
                  <a:srgbClr val="CD6046"/>
                </a:solidFill>
                <a:latin typeface="Arial MT"/>
                <a:cs typeface="Arial MT"/>
              </a:rPr>
              <a:t> </a:t>
            </a:r>
            <a:r>
              <a:rPr dirty="0" sz="1400" spc="-315">
                <a:solidFill>
                  <a:srgbClr val="D15B50"/>
                </a:solidFill>
                <a:latin typeface="Arial MT"/>
                <a:cs typeface="Arial MT"/>
              </a:rPr>
              <a:t>E</a:t>
            </a:r>
            <a:r>
              <a:rPr dirty="0" sz="1400">
                <a:solidFill>
                  <a:srgbClr val="D15B50"/>
                </a:solidFill>
                <a:latin typeface="Arial MT"/>
                <a:cs typeface="Arial MT"/>
              </a:rPr>
              <a:t>	</a:t>
            </a:r>
            <a:r>
              <a:rPr dirty="0" sz="1400" spc="-285">
                <a:solidFill>
                  <a:srgbClr val="CD605B"/>
                </a:solidFill>
                <a:latin typeface="Arial MT"/>
                <a:cs typeface="Arial MT"/>
              </a:rPr>
              <a:t>A</a:t>
            </a:r>
            <a:r>
              <a:rPr dirty="0" sz="1400" spc="-105">
                <a:solidFill>
                  <a:srgbClr val="CD605B"/>
                </a:solidFill>
                <a:latin typeface="Arial MT"/>
                <a:cs typeface="Arial MT"/>
              </a:rPr>
              <a:t> </a:t>
            </a:r>
            <a:r>
              <a:rPr dirty="0" sz="1400" spc="-110">
                <a:solidFill>
                  <a:srgbClr val="C6664D"/>
                </a:solidFill>
                <a:latin typeface="Arial MT"/>
                <a:cs typeface="Arial MT"/>
              </a:rPr>
              <a:t>L</a:t>
            </a:r>
            <a:r>
              <a:rPr dirty="0" sz="1400" spc="-155">
                <a:solidFill>
                  <a:srgbClr val="C6664D"/>
                </a:solidFill>
                <a:latin typeface="Arial MT"/>
                <a:cs typeface="Arial MT"/>
              </a:rPr>
              <a:t> </a:t>
            </a:r>
            <a:r>
              <a:rPr dirty="0" sz="1400" spc="-70">
                <a:solidFill>
                  <a:srgbClr val="C6705E"/>
                </a:solidFill>
                <a:latin typeface="Arial MT"/>
                <a:cs typeface="Arial MT"/>
              </a:rPr>
              <a:t>0</a:t>
            </a:r>
            <a:r>
              <a:rPr dirty="0" sz="1400" spc="-165">
                <a:solidFill>
                  <a:srgbClr val="C6705E"/>
                </a:solidFill>
                <a:latin typeface="Arial MT"/>
                <a:cs typeface="Arial MT"/>
              </a:rPr>
              <a:t> </a:t>
            </a:r>
            <a:r>
              <a:rPr dirty="0" sz="1400" spc="-254">
                <a:solidFill>
                  <a:srgbClr val="DB604F"/>
                </a:solidFill>
                <a:latin typeface="Arial MT"/>
                <a:cs typeface="Arial MT"/>
              </a:rPr>
              <a:t>N</a:t>
            </a:r>
            <a:r>
              <a:rPr dirty="0" sz="1400" spc="-170">
                <a:solidFill>
                  <a:srgbClr val="DB604F"/>
                </a:solidFill>
                <a:latin typeface="Arial MT"/>
                <a:cs typeface="Arial MT"/>
              </a:rPr>
              <a:t> </a:t>
            </a:r>
            <a:r>
              <a:rPr dirty="0" sz="1400" spc="-315">
                <a:solidFill>
                  <a:srgbClr val="C67060"/>
                </a:solidFill>
                <a:latin typeface="Arial MT"/>
                <a:cs typeface="Arial MT"/>
              </a:rPr>
              <a:t>E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4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  <a:tabLst>
                <a:tab pos="418465" algn="l"/>
              </a:tabLst>
            </a:pPr>
            <a:r>
              <a:rPr dirty="0" sz="1650" spc="-25">
                <a:solidFill>
                  <a:srgbClr val="9E6B59"/>
                </a:solidFill>
                <a:latin typeface="Arial MT"/>
                <a:cs typeface="Arial MT"/>
              </a:rPr>
              <a:t>o|o</a:t>
            </a:r>
            <a:r>
              <a:rPr dirty="0" sz="1650">
                <a:solidFill>
                  <a:srgbClr val="9E6B59"/>
                </a:solidFill>
                <a:latin typeface="Arial MT"/>
                <a:cs typeface="Arial MT"/>
              </a:rPr>
              <a:t>	</a:t>
            </a:r>
            <a:r>
              <a:rPr dirty="0" sz="1650">
                <a:solidFill>
                  <a:srgbClr val="0E0E0E"/>
                </a:solidFill>
                <a:latin typeface="Arial MT"/>
                <a:cs typeface="Arial MT"/>
              </a:rPr>
              <a:t>Price</a:t>
            </a:r>
            <a:r>
              <a:rPr dirty="0" sz="1650" spc="1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math</a:t>
            </a:r>
            <a:r>
              <a:rPr dirty="0" sz="1650" spc="140">
                <a:latin typeface="Arial MT"/>
                <a:cs typeface="Arial MT"/>
              </a:rPr>
              <a:t> </a:t>
            </a:r>
            <a:r>
              <a:rPr dirty="0" sz="1650" spc="95">
                <a:solidFill>
                  <a:srgbClr val="181818"/>
                </a:solidFill>
                <a:latin typeface="Arial MT"/>
                <a:cs typeface="Arial MT"/>
              </a:rPr>
              <a:t>— </a:t>
            </a:r>
            <a:r>
              <a:rPr dirty="0" sz="1650">
                <a:solidFill>
                  <a:srgbClr val="111111"/>
                </a:solidFill>
                <a:latin typeface="Arial MT"/>
                <a:cs typeface="Arial MT"/>
              </a:rPr>
              <a:t>pulled</a:t>
            </a:r>
            <a:r>
              <a:rPr dirty="0" sz="1650" spc="1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81818"/>
                </a:solidFill>
                <a:latin typeface="Arial MT"/>
                <a:cs typeface="Arial MT"/>
              </a:rPr>
              <a:t>from</a:t>
            </a:r>
            <a:r>
              <a:rPr dirty="0" sz="1650" spc="20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C0C0C"/>
                </a:solidFill>
                <a:latin typeface="Arial MT"/>
                <a:cs typeface="Arial MT"/>
              </a:rPr>
              <a:t>real</a:t>
            </a:r>
            <a:r>
              <a:rPr dirty="0" sz="1650" spc="1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31313"/>
                </a:solidFill>
                <a:latin typeface="Arial MT"/>
                <a:cs typeface="Arial MT"/>
              </a:rPr>
              <a:t>store</a:t>
            </a:r>
            <a:r>
              <a:rPr dirty="0" sz="1650" spc="19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11111"/>
                </a:solidFill>
                <a:latin typeface="Arial MT"/>
                <a:cs typeface="Arial MT"/>
              </a:rPr>
              <a:t>data,</a:t>
            </a:r>
            <a:r>
              <a:rPr dirty="0" sz="1650" spc="1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61616"/>
                </a:solidFill>
                <a:latin typeface="Arial MT"/>
                <a:cs typeface="Arial MT"/>
              </a:rPr>
              <a:t>not</a:t>
            </a:r>
            <a:r>
              <a:rPr dirty="0" sz="1650" spc="15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F0F0F"/>
                </a:solidFill>
                <a:latin typeface="Arial MT"/>
                <a:cs typeface="Arial MT"/>
              </a:rPr>
              <a:t>guessed</a:t>
            </a:r>
            <a:endParaRPr sz="1650">
              <a:latin typeface="Arial MT"/>
              <a:cs typeface="Arial MT"/>
            </a:endParaRPr>
          </a:p>
          <a:p>
            <a:pPr marL="48260">
              <a:lnSpc>
                <a:spcPct val="100000"/>
              </a:lnSpc>
              <a:spcBef>
                <a:spcPts val="1850"/>
              </a:spcBef>
              <a:tabLst>
                <a:tab pos="419100" algn="l"/>
              </a:tabLst>
            </a:pPr>
            <a:r>
              <a:rPr dirty="0" sz="1650" spc="10">
                <a:solidFill>
                  <a:srgbClr val="DB9180"/>
                </a:solidFill>
                <a:latin typeface="Arial MT"/>
                <a:cs typeface="Arial MT"/>
              </a:rPr>
              <a:t>Q</a:t>
            </a:r>
            <a:r>
              <a:rPr dirty="0" sz="1650">
                <a:solidFill>
                  <a:srgbClr val="DB9180"/>
                </a:solidFill>
                <a:latin typeface="Arial MT"/>
                <a:cs typeface="Arial MT"/>
              </a:rPr>
              <a:t>	</a:t>
            </a:r>
            <a:r>
              <a:rPr dirty="0" sz="1650">
                <a:solidFill>
                  <a:srgbClr val="080808"/>
                </a:solidFill>
                <a:latin typeface="Arial MT"/>
                <a:cs typeface="Arial MT"/>
              </a:rPr>
              <a:t>Allergy</a:t>
            </a:r>
            <a:r>
              <a:rPr dirty="0" sz="1650" spc="17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650" spc="110">
                <a:solidFill>
                  <a:srgbClr val="131313"/>
                </a:solidFill>
                <a:latin typeface="Arial MT"/>
                <a:cs typeface="Arial MT"/>
              </a:rPr>
              <a:t>&amp;</a:t>
            </a:r>
            <a:r>
              <a:rPr dirty="0" sz="1650" spc="7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A1A1A"/>
                </a:solidFill>
                <a:latin typeface="Arial MT"/>
                <a:cs typeface="Arial MT"/>
              </a:rPr>
              <a:t>diet</a:t>
            </a:r>
            <a:r>
              <a:rPr dirty="0" sz="1650" spc="17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safety</a:t>
            </a:r>
            <a:r>
              <a:rPr dirty="0" sz="1650" spc="155"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1515"/>
                </a:solidFill>
                <a:latin typeface="Arial MT"/>
                <a:cs typeface="Arial MT"/>
              </a:rPr>
              <a:t>—</a:t>
            </a:r>
            <a:r>
              <a:rPr dirty="0" sz="1650" spc="16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0F0F"/>
                </a:solidFill>
                <a:latin typeface="Arial MT"/>
                <a:cs typeface="Arial MT"/>
              </a:rPr>
              <a:t>rule</a:t>
            </a:r>
            <a:r>
              <a:rPr dirty="0" sz="1650" spc="2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0F0F"/>
                </a:solidFill>
                <a:latin typeface="Arial MT"/>
                <a:cs typeface="Arial MT"/>
              </a:rPr>
              <a:t>checks</a:t>
            </a:r>
            <a:r>
              <a:rPr dirty="0" sz="1650" spc="18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61616"/>
                </a:solidFill>
                <a:latin typeface="Arial MT"/>
                <a:cs typeface="Arial MT"/>
              </a:rPr>
              <a:t>run</a:t>
            </a:r>
            <a:r>
              <a:rPr dirty="0" sz="1650" spc="14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11111"/>
                </a:solidFill>
                <a:latin typeface="Arial MT"/>
                <a:cs typeface="Arial MT"/>
              </a:rPr>
              <a:t>first,</a:t>
            </a:r>
            <a:r>
              <a:rPr dirty="0" sz="1650" spc="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61616"/>
                </a:solidFill>
                <a:latin typeface="Arial MT"/>
                <a:cs typeface="Arial MT"/>
              </a:rPr>
              <a:t>AI</a:t>
            </a:r>
            <a:r>
              <a:rPr dirty="0" sz="1650" spc="8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80808"/>
                </a:solidFill>
                <a:latin typeface="Arial MT"/>
                <a:cs typeface="Arial MT"/>
              </a:rPr>
              <a:t>explains</a:t>
            </a:r>
            <a:r>
              <a:rPr dirty="0" sz="1650" spc="21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F0F0F"/>
                </a:solidFill>
                <a:latin typeface="Arial MT"/>
                <a:cs typeface="Arial MT"/>
              </a:rPr>
              <a:t>after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50653" y="4554835"/>
            <a:ext cx="11426825" cy="871855"/>
          </a:xfrm>
          <a:custGeom>
            <a:avLst/>
            <a:gdLst/>
            <a:ahLst/>
            <a:cxnLst/>
            <a:rect l="l" t="t" r="r" b="b"/>
            <a:pathLst>
              <a:path w="11426825" h="871854">
                <a:moveTo>
                  <a:pt x="11426354" y="871701"/>
                </a:moveTo>
                <a:lnTo>
                  <a:pt x="0" y="871701"/>
                </a:lnTo>
                <a:lnTo>
                  <a:pt x="0" y="0"/>
                </a:lnTo>
                <a:lnTo>
                  <a:pt x="11426354" y="0"/>
                </a:lnTo>
                <a:lnTo>
                  <a:pt x="11426354" y="871701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11407" y="4285598"/>
            <a:ext cx="11459210" cy="11252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7200" spc="-95">
                <a:solidFill>
                  <a:srgbClr val="FFFFFF"/>
                </a:solidFill>
                <a:latin typeface="Cambria"/>
                <a:cs typeface="Cambria"/>
              </a:rPr>
              <a:t>Software</a:t>
            </a:r>
            <a:r>
              <a:rPr dirty="0" sz="7200" spc="-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7200" spc="-30">
                <a:solidFill>
                  <a:srgbClr val="EFEFEF"/>
                </a:solidFill>
                <a:latin typeface="Cambria"/>
                <a:cs typeface="Cambria"/>
              </a:rPr>
              <a:t>Engineering</a:t>
            </a:r>
            <a:r>
              <a:rPr dirty="0" sz="7200" spc="459">
                <a:solidFill>
                  <a:srgbClr val="EFEFEF"/>
                </a:solidFill>
                <a:latin typeface="Cambria"/>
                <a:cs typeface="Cambria"/>
              </a:rPr>
              <a:t> </a:t>
            </a:r>
            <a:r>
              <a:rPr dirty="0" sz="7200" spc="495">
                <a:solidFill>
                  <a:srgbClr val="F2F2F2"/>
                </a:solidFill>
                <a:latin typeface="Cambria"/>
                <a:cs typeface="Cambria"/>
              </a:rPr>
              <a:t>&amp;</a:t>
            </a:r>
            <a:r>
              <a:rPr dirty="0" sz="7200">
                <a:solidFill>
                  <a:srgbClr val="F2F2F2"/>
                </a:solidFill>
                <a:latin typeface="Cambria"/>
                <a:cs typeface="Cambria"/>
              </a:rPr>
              <a:t> </a:t>
            </a:r>
            <a:r>
              <a:rPr dirty="0" sz="7200" spc="-20">
                <a:solidFill>
                  <a:srgbClr val="EFEFEF"/>
                </a:solidFill>
                <a:latin typeface="Cambria"/>
                <a:cs typeface="Cambria"/>
              </a:rPr>
              <a:t>Code</a:t>
            </a:r>
            <a:endParaRPr sz="72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38480" y="5622865"/>
            <a:ext cx="2851150" cy="840740"/>
          </a:xfrm>
          <a:custGeom>
            <a:avLst/>
            <a:gdLst/>
            <a:ahLst/>
            <a:cxnLst/>
            <a:rect l="l" t="t" r="r" b="b"/>
            <a:pathLst>
              <a:path w="2851150" h="840739">
                <a:moveTo>
                  <a:pt x="2850698" y="840288"/>
                </a:moveTo>
                <a:lnTo>
                  <a:pt x="0" y="840288"/>
                </a:lnTo>
                <a:lnTo>
                  <a:pt x="0" y="0"/>
                </a:lnTo>
                <a:lnTo>
                  <a:pt x="2850698" y="0"/>
                </a:lnTo>
                <a:lnTo>
                  <a:pt x="2850698" y="840288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17125" y="5337922"/>
            <a:ext cx="2828925" cy="11252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7200" spc="50">
                <a:solidFill>
                  <a:srgbClr val="EFEFEF"/>
                </a:solidFill>
                <a:latin typeface="Times New Roman"/>
                <a:cs typeface="Times New Roman"/>
              </a:rPr>
              <a:t>Quality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9361170" cy="0"/>
          </a:xfrm>
          <a:custGeom>
            <a:avLst/>
            <a:gdLst/>
            <a:ahLst/>
            <a:cxnLst/>
            <a:rect l="l" t="t" r="r" b="b"/>
            <a:pathLst>
              <a:path w="9361170" h="0">
                <a:moveTo>
                  <a:pt x="0" y="0"/>
                </a:moveTo>
                <a:lnTo>
                  <a:pt x="9360972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1366" y="5748516"/>
            <a:ext cx="1232946" cy="1256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1366" y="7193498"/>
            <a:ext cx="1460688" cy="1256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1366" y="8638480"/>
            <a:ext cx="1240799" cy="1256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02055" y="10444708"/>
            <a:ext cx="471189" cy="42407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6836" y="473541"/>
            <a:ext cx="13309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0985" indent="-248285">
              <a:lnSpc>
                <a:spcPct val="100000"/>
              </a:lnSpc>
              <a:spcBef>
                <a:spcPts val="125"/>
              </a:spcBef>
              <a:buClr>
                <a:srgbClr val="13935D"/>
              </a:buClr>
              <a:buChar char="•"/>
              <a:tabLst>
                <a:tab pos="260985" algn="l"/>
              </a:tabLst>
            </a:pPr>
            <a:r>
              <a:rPr dirty="0" sz="1650" spc="-110">
                <a:solidFill>
                  <a:srgbClr val="E4FFFF"/>
                </a:solidFill>
                <a:latin typeface="Arial MT"/>
                <a:cs typeface="Arial MT"/>
              </a:rPr>
              <a:t>p</a:t>
            </a:r>
            <a:r>
              <a:rPr dirty="0" sz="1650" spc="-210">
                <a:solidFill>
                  <a:srgbClr val="E4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E5E5E"/>
                </a:solidFill>
                <a:latin typeface="Arial MT"/>
                <a:cs typeface="Arial MT"/>
              </a:rPr>
              <a:t>tan</a:t>
            </a:r>
            <a:r>
              <a:rPr dirty="0" sz="1650" spc="195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1650" spc="-114">
                <a:solidFill>
                  <a:srgbClr val="72878A"/>
                </a:solidFill>
                <a:latin typeface="Arial MT"/>
                <a:cs typeface="Arial MT"/>
              </a:rPr>
              <a:t>g</a:t>
            </a:r>
            <a:r>
              <a:rPr dirty="0" sz="1650" spc="-285">
                <a:solidFill>
                  <a:srgbClr val="72878A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8EACB6"/>
                </a:solidFill>
                <a:latin typeface="Arial MT"/>
                <a:cs typeface="Arial MT"/>
              </a:rPr>
              <a:t>o</a:t>
            </a:r>
            <a:r>
              <a:rPr dirty="0" sz="1650" spc="30">
                <a:solidFill>
                  <a:srgbClr val="8EACB6"/>
                </a:solidFill>
                <a:latin typeface="Arial MT"/>
                <a:cs typeface="Arial MT"/>
              </a:rPr>
              <a:t>  </a:t>
            </a:r>
            <a:r>
              <a:rPr dirty="0" sz="1650" spc="-40">
                <a:solidFill>
                  <a:srgbClr val="5D5D5D"/>
                </a:solidFill>
                <a:latin typeface="Arial MT"/>
                <a:cs typeface="Arial MT"/>
              </a:rPr>
              <a:t>AI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6045" y="1335109"/>
            <a:ext cx="4123054" cy="105664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509"/>
              </a:spcBef>
              <a:tabLst>
                <a:tab pos="466090" algn="l"/>
                <a:tab pos="741680" algn="l"/>
                <a:tab pos="1470660" algn="l"/>
              </a:tabLst>
            </a:pPr>
            <a:r>
              <a:rPr dirty="0" sz="1650" spc="-60">
                <a:solidFill>
                  <a:srgbClr val="34A87C"/>
                </a:solidFill>
                <a:latin typeface="Arial MT"/>
                <a:cs typeface="Arial MT"/>
              </a:rPr>
              <a:t>0</a:t>
            </a:r>
            <a:r>
              <a:rPr dirty="0" sz="1650" spc="-160">
                <a:solidFill>
                  <a:srgbClr val="34A87C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219C70"/>
                </a:solidFill>
                <a:latin typeface="Arial MT"/>
                <a:cs typeface="Arial MT"/>
              </a:rPr>
              <a:t>4</a:t>
            </a:r>
            <a:r>
              <a:rPr dirty="0" sz="1650">
                <a:solidFill>
                  <a:srgbClr val="219C70"/>
                </a:solidFill>
                <a:latin typeface="Arial MT"/>
                <a:cs typeface="Arial MT"/>
              </a:rPr>
              <a:t>	</a:t>
            </a:r>
            <a:r>
              <a:rPr dirty="0" sz="1650" spc="-780">
                <a:solidFill>
                  <a:srgbClr val="348C66"/>
                </a:solidFill>
                <a:latin typeface="Arial MT"/>
                <a:cs typeface="Arial MT"/>
              </a:rPr>
              <a:t>—</a:t>
            </a:r>
            <a:r>
              <a:rPr dirty="0" sz="1650">
                <a:solidFill>
                  <a:srgbClr val="348C66"/>
                </a:solidFill>
                <a:latin typeface="Arial MT"/>
                <a:cs typeface="Arial MT"/>
              </a:rPr>
              <a:t>	</a:t>
            </a:r>
            <a:r>
              <a:rPr dirty="0" sz="1650" spc="65">
                <a:solidFill>
                  <a:srgbClr val="2AA577"/>
                </a:solidFill>
                <a:latin typeface="Arial MT"/>
                <a:cs typeface="Arial MT"/>
              </a:rPr>
              <a:t>1</a:t>
            </a:r>
            <a:r>
              <a:rPr dirty="0" sz="1650" spc="65">
                <a:solidFill>
                  <a:srgbClr val="188762"/>
                </a:solidFill>
                <a:latin typeface="Arial MT"/>
                <a:cs typeface="Arial MT"/>
              </a:rPr>
              <a:t>0</a:t>
            </a:r>
            <a:r>
              <a:rPr dirty="0" sz="1650" spc="65">
                <a:solidFill>
                  <a:srgbClr val="11956E"/>
                </a:solidFill>
                <a:latin typeface="Arial MT"/>
                <a:cs typeface="Arial MT"/>
              </a:rPr>
              <a:t>D</a:t>
            </a:r>
            <a:r>
              <a:rPr dirty="0" sz="1650" spc="-240">
                <a:solidFill>
                  <a:srgbClr val="11956E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189167"/>
                </a:solidFill>
                <a:latin typeface="Arial MT"/>
                <a:cs typeface="Arial MT"/>
              </a:rPr>
              <a:t>E</a:t>
            </a:r>
            <a:r>
              <a:rPr dirty="0" sz="1650">
                <a:solidFill>
                  <a:srgbClr val="189167"/>
                </a:solidFill>
                <a:latin typeface="Arial MT"/>
                <a:cs typeface="Arial MT"/>
              </a:rPr>
              <a:t>	</a:t>
            </a:r>
            <a:r>
              <a:rPr dirty="0" sz="1650" spc="-45">
                <a:solidFill>
                  <a:srgbClr val="66CFBD"/>
                </a:solidFill>
                <a:latin typeface="Arial MT"/>
                <a:cs typeface="Arial MT"/>
              </a:rPr>
              <a:t>0</a:t>
            </a:r>
            <a:r>
              <a:rPr dirty="0" sz="1650" spc="-45">
                <a:solidFill>
                  <a:srgbClr val="289060"/>
                </a:solidFill>
                <a:latin typeface="Arial MT"/>
                <a:cs typeface="Arial MT"/>
              </a:rPr>
              <a:t>UA</a:t>
            </a:r>
            <a:r>
              <a:rPr dirty="0" sz="1650" spc="-145">
                <a:solidFill>
                  <a:srgbClr val="289060"/>
                </a:solidFill>
                <a:latin typeface="Arial MT"/>
                <a:cs typeface="Arial MT"/>
              </a:rPr>
              <a:t> </a:t>
            </a:r>
            <a:r>
              <a:rPr dirty="0" sz="1650" spc="75">
                <a:solidFill>
                  <a:srgbClr val="1C9762"/>
                </a:solidFill>
                <a:latin typeface="Arial MT"/>
                <a:cs typeface="Arial MT"/>
              </a:rPr>
              <a:t>L</a:t>
            </a:r>
            <a:r>
              <a:rPr dirty="0" sz="1650" spc="75">
                <a:solidFill>
                  <a:srgbClr val="428E60"/>
                </a:solidFill>
                <a:latin typeface="Arial MT"/>
                <a:cs typeface="Arial MT"/>
              </a:rPr>
              <a:t>I</a:t>
            </a:r>
            <a:r>
              <a:rPr dirty="0" sz="1650" spc="270">
                <a:solidFill>
                  <a:srgbClr val="428E6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23907C"/>
                </a:solidFill>
                <a:latin typeface="Arial MT"/>
                <a:cs typeface="Arial MT"/>
              </a:rPr>
              <a:t>TY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4000">
                <a:solidFill>
                  <a:srgbClr val="0F0F0F"/>
                </a:solidFill>
                <a:latin typeface="Cambria"/>
                <a:cs typeface="Cambria"/>
              </a:rPr>
              <a:t>Built</a:t>
            </a:r>
            <a:r>
              <a:rPr dirty="0" sz="4000" spc="-3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4000">
                <a:solidFill>
                  <a:srgbClr val="131313"/>
                </a:solidFill>
                <a:latin typeface="Cambria"/>
                <a:cs typeface="Cambria"/>
              </a:rPr>
              <a:t>in</a:t>
            </a:r>
            <a:r>
              <a:rPr dirty="0" sz="4000" spc="-17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4000" spc="-30">
                <a:solidFill>
                  <a:srgbClr val="0F0F0F"/>
                </a:solidFill>
                <a:latin typeface="Cambria"/>
                <a:cs typeface="Cambria"/>
              </a:rPr>
              <a:t>clear</a:t>
            </a:r>
            <a:r>
              <a:rPr dirty="0" sz="4000" spc="-1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4000" spc="-55">
                <a:latin typeface="Cambria"/>
                <a:cs typeface="Cambria"/>
              </a:rPr>
              <a:t>layers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9679" y="4163220"/>
            <a:ext cx="1815464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84835" algn="l"/>
              </a:tabLst>
            </a:pPr>
            <a:r>
              <a:rPr dirty="0" sz="1900" spc="-25">
                <a:solidFill>
                  <a:srgbClr val="5DD6A0"/>
                </a:solidFill>
                <a:latin typeface="Arial MT"/>
                <a:cs typeface="Arial MT"/>
              </a:rPr>
              <a:t>e1</a:t>
            </a:r>
            <a:r>
              <a:rPr dirty="0" sz="1900">
                <a:solidFill>
                  <a:srgbClr val="5DD6A0"/>
                </a:solidFill>
                <a:latin typeface="Arial MT"/>
                <a:cs typeface="Arial MT"/>
              </a:rPr>
              <a:t>	</a:t>
            </a:r>
            <a:r>
              <a:rPr dirty="0" sz="1900" spc="-200">
                <a:solidFill>
                  <a:srgbClr val="34A177"/>
                </a:solidFill>
                <a:latin typeface="Arial MT"/>
                <a:cs typeface="Arial MT"/>
              </a:rPr>
              <a:t>cooRozfisToR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2752" y="4163220"/>
            <a:ext cx="140208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solidFill>
                  <a:srgbClr val="131313"/>
                </a:solidFill>
                <a:latin typeface="Arial MT"/>
                <a:cs typeface="Arial MT"/>
              </a:rPr>
              <a:t>Orchestcator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8555" y="10525591"/>
            <a:ext cx="80835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86740" algn="l"/>
              </a:tabLst>
            </a:pPr>
            <a:r>
              <a:rPr dirty="0" sz="1650">
                <a:solidFill>
                  <a:srgbClr val="878787"/>
                </a:solidFill>
                <a:latin typeface="Arial MT"/>
                <a:cs typeface="Arial MT"/>
              </a:rPr>
              <a:t>14</a:t>
            </a:r>
            <a:r>
              <a:rPr dirty="0" sz="1650" spc="47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8C8C8C"/>
                </a:solidFill>
                <a:latin typeface="Arial MT"/>
                <a:cs typeface="Arial MT"/>
              </a:rPr>
              <a:t>/</a:t>
            </a:r>
            <a:r>
              <a:rPr dirty="0" sz="1650">
                <a:solidFill>
                  <a:srgbClr val="8C8C8C"/>
                </a:solidFill>
                <a:latin typeface="Arial MT"/>
                <a:cs typeface="Arial MT"/>
              </a:rPr>
              <a:t>	</a:t>
            </a:r>
            <a:r>
              <a:rPr dirty="0" sz="1650" spc="-75">
                <a:solidFill>
                  <a:srgbClr val="878787"/>
                </a:solidFill>
                <a:latin typeface="Arial MT"/>
                <a:cs typeface="Arial MT"/>
              </a:rPr>
              <a:t>22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69999" y="5608202"/>
            <a:ext cx="164274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0E0E0E"/>
                </a:solidFill>
                <a:latin typeface="Times New Roman"/>
                <a:cs typeface="Times New Roman"/>
              </a:rPr>
              <a:t>Nine</a:t>
            </a:r>
            <a:r>
              <a:rPr dirty="0" sz="1900" spc="18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specialists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35577" y="4211647"/>
            <a:ext cx="610933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505050"/>
                </a:solidFill>
                <a:latin typeface="Arial MT"/>
                <a:cs typeface="Arial MT"/>
              </a:rPr>
              <a:t>Decides</a:t>
            </a:r>
            <a:r>
              <a:rPr dirty="0" sz="1650" spc="5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B5B5B"/>
                </a:solidFill>
                <a:latin typeface="Arial MT"/>
                <a:cs typeface="Arial MT"/>
              </a:rPr>
              <a:t>which</a:t>
            </a:r>
            <a:r>
              <a:rPr dirty="0" sz="1650" spc="2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75757"/>
                </a:solidFill>
                <a:latin typeface="Arial MT"/>
                <a:cs typeface="Arial MT"/>
              </a:rPr>
              <a:t>agents</a:t>
            </a:r>
            <a:r>
              <a:rPr dirty="0" sz="1650" spc="1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D4D4D"/>
                </a:solidFill>
                <a:latin typeface="Arial MT"/>
                <a:cs typeface="Arial MT"/>
              </a:rPr>
              <a:t>run,</a:t>
            </a:r>
            <a:r>
              <a:rPr dirty="0" sz="1650" spc="-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75757"/>
                </a:solidFill>
                <a:latin typeface="Arial MT"/>
                <a:cs typeface="Arial MT"/>
              </a:rPr>
              <a:t>in</a:t>
            </a:r>
            <a:r>
              <a:rPr dirty="0" sz="1650" spc="-4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75757"/>
                </a:solidFill>
                <a:latin typeface="Arial MT"/>
                <a:cs typeface="Arial MT"/>
              </a:rPr>
              <a:t>what</a:t>
            </a:r>
            <a:r>
              <a:rPr dirty="0" sz="1650" spc="-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05050"/>
                </a:solidFill>
                <a:latin typeface="Arial MT"/>
                <a:cs typeface="Arial MT"/>
              </a:rPr>
              <a:t>order,</a:t>
            </a:r>
            <a:r>
              <a:rPr dirty="0" sz="1650" spc="5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and</a:t>
            </a:r>
            <a:r>
              <a:rPr dirty="0" sz="1650" spc="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25252"/>
                </a:solidFill>
                <a:latin typeface="Arial MT"/>
                <a:cs typeface="Arial MT"/>
              </a:rPr>
              <a:t>merges</a:t>
            </a:r>
            <a:r>
              <a:rPr dirty="0" sz="1650" spc="8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94949"/>
                </a:solidFill>
                <a:latin typeface="Arial MT"/>
                <a:cs typeface="Arial MT"/>
              </a:rPr>
              <a:t>the</a:t>
            </a:r>
            <a:r>
              <a:rPr dirty="0" sz="1650" spc="3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4B4B4B"/>
                </a:solidFill>
                <a:latin typeface="Arial MT"/>
                <a:cs typeface="Arial MT"/>
              </a:rPr>
              <a:t>results.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33867" y="5640269"/>
            <a:ext cx="57734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solidFill>
                  <a:srgbClr val="565656"/>
                </a:solidFill>
                <a:latin typeface="Arial MT"/>
                <a:cs typeface="Arial MT"/>
              </a:rPr>
              <a:t>Each</a:t>
            </a:r>
            <a:r>
              <a:rPr dirty="0" sz="1800" spc="-5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800" spc="-70">
                <a:solidFill>
                  <a:srgbClr val="525252"/>
                </a:solidFill>
                <a:latin typeface="Arial MT"/>
                <a:cs typeface="Arial MT"/>
              </a:rPr>
              <a:t>agent</a:t>
            </a:r>
            <a:r>
              <a:rPr dirty="0" sz="1800" spc="-5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800" spc="-70">
                <a:solidFill>
                  <a:srgbClr val="4D4D4D"/>
                </a:solidFill>
                <a:latin typeface="Arial MT"/>
                <a:cs typeface="Arial MT"/>
              </a:rPr>
              <a:t>owns</a:t>
            </a:r>
            <a:r>
              <a:rPr dirty="0" sz="1800" spc="-5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one </a:t>
            </a:r>
            <a:r>
              <a:rPr dirty="0" sz="1800" spc="-85">
                <a:solidFill>
                  <a:srgbClr val="525252"/>
                </a:solidFill>
                <a:latin typeface="Arial MT"/>
                <a:cs typeface="Arial MT"/>
              </a:rPr>
              <a:t>job</a:t>
            </a:r>
            <a:r>
              <a:rPr dirty="0" sz="1800" spc="-4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800" spc="-95">
                <a:solidFill>
                  <a:srgbClr val="4F4F4F"/>
                </a:solidFill>
                <a:latin typeface="Arial MT"/>
                <a:cs typeface="Arial MT"/>
              </a:rPr>
              <a:t>end-</a:t>
            </a:r>
            <a:r>
              <a:rPr dirty="0" sz="1800" spc="-75">
                <a:solidFill>
                  <a:srgbClr val="4F4F4F"/>
                </a:solidFill>
                <a:latin typeface="Arial MT"/>
                <a:cs typeface="Arial MT"/>
              </a:rPr>
              <a:t>to-</a:t>
            </a:r>
            <a:r>
              <a:rPr dirty="0" sz="1800" spc="-40">
                <a:solidFill>
                  <a:srgbClr val="4F4F4F"/>
                </a:solidFill>
                <a:latin typeface="Arial MT"/>
                <a:cs typeface="Arial MT"/>
              </a:rPr>
              <a:t>end,</a:t>
            </a:r>
            <a:r>
              <a:rPr dirty="0" sz="180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800" spc="-70">
                <a:solidFill>
                  <a:srgbClr val="494949"/>
                </a:solidFill>
                <a:latin typeface="Arial MT"/>
                <a:cs typeface="Arial MT"/>
              </a:rPr>
              <a:t>independently</a:t>
            </a:r>
            <a:r>
              <a:rPr dirty="0" sz="1800" spc="3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testable.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63526" y="7061037"/>
            <a:ext cx="326009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75">
                <a:solidFill>
                  <a:srgbClr val="0F0F0F"/>
                </a:solidFill>
                <a:latin typeface="Times New Roman"/>
                <a:cs typeface="Times New Roman"/>
              </a:rPr>
              <a:t>Weather,</a:t>
            </a:r>
            <a:r>
              <a:rPr dirty="0" sz="190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900" spc="85">
                <a:solidFill>
                  <a:srgbClr val="0F0F0F"/>
                </a:solidFill>
                <a:latin typeface="Times New Roman"/>
                <a:cs typeface="Times New Roman"/>
              </a:rPr>
              <a:t>maps,</a:t>
            </a:r>
            <a:r>
              <a:rPr dirty="0" sz="190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900" spc="70">
                <a:solidFill>
                  <a:srgbClr val="131313"/>
                </a:solidFill>
                <a:latin typeface="Times New Roman"/>
                <a:cs typeface="Times New Roman"/>
              </a:rPr>
              <a:t>prices,</a:t>
            </a:r>
            <a:r>
              <a:rPr dirty="0" sz="1900" spc="7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1900" spc="50">
                <a:solidFill>
                  <a:srgbClr val="131313"/>
                </a:solidFill>
                <a:latin typeface="Times New Roman"/>
                <a:cs typeface="Times New Roman"/>
              </a:rPr>
              <a:t>recipes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36650" y="7061037"/>
            <a:ext cx="685990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solidFill>
                  <a:srgbClr val="4D4D4D"/>
                </a:solidFill>
                <a:latin typeface="Times New Roman"/>
                <a:cs typeface="Times New Roman"/>
              </a:rPr>
              <a:t>Swappable</a:t>
            </a:r>
            <a:r>
              <a:rPr dirty="0" sz="190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900" spc="-25">
                <a:solidFill>
                  <a:srgbClr val="525252"/>
                </a:solidFill>
                <a:latin typeface="Times New Roman"/>
                <a:cs typeface="Times New Roman"/>
              </a:rPr>
              <a:t>connections</a:t>
            </a:r>
            <a:r>
              <a:rPr dirty="0" sz="1900" spc="10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900" spc="-50">
                <a:solidFill>
                  <a:srgbClr val="525252"/>
                </a:solidFill>
                <a:latin typeface="Times New Roman"/>
                <a:cs typeface="Times New Roman"/>
              </a:rPr>
              <a:t>behind</a:t>
            </a:r>
            <a:r>
              <a:rPr dirty="0" sz="1900" spc="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900" spc="80">
                <a:solidFill>
                  <a:srgbClr val="505050"/>
                </a:solidFill>
                <a:latin typeface="Times New Roman"/>
                <a:cs typeface="Times New Roman"/>
              </a:rPr>
              <a:t>a</a:t>
            </a:r>
            <a:r>
              <a:rPr dirty="0" sz="1900" spc="-7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900" spc="-55">
                <a:solidFill>
                  <a:srgbClr val="525252"/>
                </a:solidFill>
                <a:latin typeface="Times New Roman"/>
                <a:cs typeface="Times New Roman"/>
              </a:rPr>
              <a:t>common</a:t>
            </a:r>
            <a:r>
              <a:rPr dirty="0" sz="1900" spc="114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900" spc="-35">
                <a:solidFill>
                  <a:srgbClr val="4D4D4D"/>
                </a:solidFill>
                <a:latin typeface="Times New Roman"/>
                <a:cs typeface="Times New Roman"/>
              </a:rPr>
              <a:t>interface,</a:t>
            </a:r>
            <a:r>
              <a:rPr dirty="0" sz="1900" spc="8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575757"/>
                </a:solidFill>
                <a:latin typeface="Times New Roman"/>
                <a:cs typeface="Times New Roman"/>
              </a:rPr>
              <a:t>each</a:t>
            </a:r>
            <a:r>
              <a:rPr dirty="0" sz="1900" spc="3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900" spc="-114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dirty="0" sz="1900" spc="35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900" spc="80">
                <a:solidFill>
                  <a:srgbClr val="82939A"/>
                </a:solidFill>
                <a:latin typeface="Times New Roman"/>
                <a:cs typeface="Times New Roman"/>
              </a:rPr>
              <a:t>a</a:t>
            </a:r>
            <a:r>
              <a:rPr dirty="0" sz="1900" spc="-10">
                <a:solidFill>
                  <a:srgbClr val="82939A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84848"/>
                </a:solidFill>
                <a:latin typeface="Times New Roman"/>
                <a:cs typeface="Times New Roman"/>
              </a:rPr>
              <a:t>backup.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59278" y="8498166"/>
            <a:ext cx="224091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100">
                <a:latin typeface="Times New Roman"/>
                <a:cs typeface="Times New Roman"/>
              </a:rPr>
              <a:t>Supabase</a:t>
            </a:r>
            <a:r>
              <a:rPr dirty="0" sz="1900" spc="114"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111111"/>
                </a:solidFill>
                <a:latin typeface="Times New Roman"/>
                <a:cs typeface="Times New Roman"/>
              </a:rPr>
              <a:t>+</a:t>
            </a:r>
            <a:r>
              <a:rPr dirty="0" sz="190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900" spc="55">
                <a:solidFill>
                  <a:srgbClr val="0C0C0C"/>
                </a:solidFill>
                <a:latin typeface="Times New Roman"/>
                <a:cs typeface="Times New Roman"/>
              </a:rPr>
              <a:t>pgvector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33852" y="8546594"/>
            <a:ext cx="407987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545454"/>
                </a:solidFill>
                <a:latin typeface="Arial MT"/>
                <a:cs typeface="Arial MT"/>
              </a:rPr>
              <a:t>One </a:t>
            </a:r>
            <a:r>
              <a:rPr dirty="0" sz="1650">
                <a:solidFill>
                  <a:srgbClr val="494949"/>
                </a:solidFill>
                <a:latin typeface="Arial MT"/>
                <a:cs typeface="Arial MT"/>
              </a:rPr>
              <a:t>private,</a:t>
            </a:r>
            <a:r>
              <a:rPr dirty="0" sz="1650" spc="7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65656"/>
                </a:solidFill>
                <a:latin typeface="Arial MT"/>
                <a:cs typeface="Arial MT"/>
              </a:rPr>
              <a:t>isolated</a:t>
            </a:r>
            <a:r>
              <a:rPr dirty="0" sz="1650" spc="4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45454"/>
                </a:solidFill>
                <a:latin typeface="Arial MT"/>
                <a:cs typeface="Arial MT"/>
              </a:rPr>
              <a:t>data</a:t>
            </a:r>
            <a:r>
              <a:rPr dirty="0" sz="1650" spc="-5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05050"/>
                </a:solidFill>
                <a:latin typeface="Arial MT"/>
                <a:cs typeface="Arial MT"/>
              </a:rPr>
              <a:t>space</a:t>
            </a:r>
            <a:r>
              <a:rPr dirty="0" sz="1650" spc="2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D5D5D"/>
                </a:solidFill>
                <a:latin typeface="Arial MT"/>
                <a:cs typeface="Arial MT"/>
              </a:rPr>
              <a:t>per</a:t>
            </a:r>
            <a:r>
              <a:rPr dirty="0" sz="1650" spc="5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65656"/>
                </a:solidFill>
                <a:latin typeface="Arial MT"/>
                <a:cs typeface="Arial MT"/>
              </a:rPr>
              <a:t>family.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556295" y="506263"/>
            <a:ext cx="1400810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-195">
                <a:solidFill>
                  <a:srgbClr val="8C8C8C"/>
                </a:solidFill>
                <a:latin typeface="Arial MT"/>
                <a:cs typeface="Arial MT"/>
              </a:rPr>
              <a:t>E</a:t>
            </a:r>
            <a:r>
              <a:rPr dirty="0" sz="1400" spc="-215">
                <a:solidFill>
                  <a:srgbClr val="8C8C8C"/>
                </a:solidFill>
                <a:latin typeface="Arial MT"/>
                <a:cs typeface="Arial MT"/>
              </a:rPr>
              <a:t> </a:t>
            </a:r>
            <a:r>
              <a:rPr dirty="0" sz="1400" spc="-180">
                <a:solidFill>
                  <a:srgbClr val="8C8C8C"/>
                </a:solidFill>
                <a:latin typeface="Arial MT"/>
                <a:cs typeface="Arial MT"/>
              </a:rPr>
              <a:t>N</a:t>
            </a:r>
            <a:r>
              <a:rPr dirty="0" sz="1400" spc="-220">
                <a:solidFill>
                  <a:srgbClr val="8C8C8C"/>
                </a:solidFill>
                <a:latin typeface="Arial MT"/>
                <a:cs typeface="Arial MT"/>
              </a:rPr>
              <a:t> </a:t>
            </a:r>
            <a:r>
              <a:rPr dirty="0" sz="1400" spc="-330">
                <a:solidFill>
                  <a:srgbClr val="B3B3B3"/>
                </a:solidFill>
                <a:latin typeface="Arial MT"/>
                <a:cs typeface="Arial MT"/>
              </a:rPr>
              <a:t>G</a:t>
            </a:r>
            <a:r>
              <a:rPr dirty="0" sz="1400" spc="-10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939393"/>
                </a:solidFill>
                <a:latin typeface="Arial MT"/>
                <a:cs typeface="Arial MT"/>
              </a:rPr>
              <a:t>I</a:t>
            </a:r>
            <a:r>
              <a:rPr dirty="0" sz="1400" spc="175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1400" spc="-180">
                <a:solidFill>
                  <a:srgbClr val="899C93"/>
                </a:solidFill>
                <a:latin typeface="Arial MT"/>
                <a:cs typeface="Arial MT"/>
              </a:rPr>
              <a:t>N</a:t>
            </a:r>
            <a:r>
              <a:rPr dirty="0" sz="1400" spc="-195">
                <a:solidFill>
                  <a:srgbClr val="899C93"/>
                </a:solidFill>
                <a:latin typeface="Arial MT"/>
                <a:cs typeface="Arial MT"/>
              </a:rPr>
              <a:t> </a:t>
            </a:r>
            <a:r>
              <a:rPr dirty="0" sz="1400" spc="-195">
                <a:solidFill>
                  <a:srgbClr val="939393"/>
                </a:solidFill>
                <a:latin typeface="Arial MT"/>
                <a:cs typeface="Arial MT"/>
              </a:rPr>
              <a:t>E</a:t>
            </a:r>
            <a:r>
              <a:rPr dirty="0" sz="1400" spc="-16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1400" spc="-195">
                <a:solidFill>
                  <a:srgbClr val="8C8C8C"/>
                </a:solidFill>
                <a:latin typeface="Arial MT"/>
                <a:cs typeface="Arial MT"/>
              </a:rPr>
              <a:t>E</a:t>
            </a:r>
            <a:r>
              <a:rPr dirty="0" sz="1400" spc="-160">
                <a:solidFill>
                  <a:srgbClr val="8C8C8C"/>
                </a:solidFill>
                <a:latin typeface="Arial MT"/>
                <a:cs typeface="Arial MT"/>
              </a:rPr>
              <a:t> </a:t>
            </a:r>
            <a:r>
              <a:rPr dirty="0" sz="1400" spc="-200">
                <a:solidFill>
                  <a:srgbClr val="909090"/>
                </a:solidFill>
                <a:latin typeface="Arial MT"/>
                <a:cs typeface="Arial MT"/>
              </a:rPr>
              <a:t>R</a:t>
            </a:r>
            <a:r>
              <a:rPr dirty="0" sz="1400" spc="-190">
                <a:solidFill>
                  <a:srgbClr val="90909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8E8E8E"/>
                </a:solidFill>
                <a:latin typeface="Arial MT"/>
                <a:cs typeface="Arial MT"/>
              </a:rPr>
              <a:t>I</a:t>
            </a:r>
            <a:r>
              <a:rPr dirty="0" sz="1400" spc="270">
                <a:solidFill>
                  <a:srgbClr val="8E8E8E"/>
                </a:solidFill>
                <a:latin typeface="Arial MT"/>
                <a:cs typeface="Arial MT"/>
              </a:rPr>
              <a:t> </a:t>
            </a:r>
            <a:r>
              <a:rPr dirty="0" sz="1400" spc="-254">
                <a:solidFill>
                  <a:srgbClr val="9A9A9A"/>
                </a:solidFill>
                <a:latin typeface="Arial MT"/>
                <a:cs typeface="Arial MT"/>
              </a:rPr>
              <a:t>N</a:t>
            </a:r>
            <a:r>
              <a:rPr dirty="0" sz="1400" spc="-135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1400" spc="-380">
                <a:solidFill>
                  <a:srgbClr val="A5A5A5"/>
                </a:solidFill>
                <a:latin typeface="Arial MT"/>
                <a:cs typeface="Arial MT"/>
              </a:rPr>
              <a:t>G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10052050" cy="0"/>
          </a:xfrm>
          <a:custGeom>
            <a:avLst/>
            <a:gdLst/>
            <a:ahLst/>
            <a:cxnLst/>
            <a:rect l="l" t="t" r="r" b="b"/>
            <a:pathLst>
              <a:path w="10052050" h="0">
                <a:moveTo>
                  <a:pt x="0" y="0"/>
                </a:moveTo>
                <a:lnTo>
                  <a:pt x="10052050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9477" y="4523422"/>
            <a:ext cx="204182" cy="2434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2540" y="4523422"/>
            <a:ext cx="235594" cy="2513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02055" y="10444708"/>
            <a:ext cx="471189" cy="4711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7017" y="4523422"/>
            <a:ext cx="204182" cy="2513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1359" y="473541"/>
            <a:ext cx="140017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spcBef>
                <a:spcPts val="125"/>
              </a:spcBef>
              <a:buClr>
                <a:srgbClr val="13935D"/>
              </a:buClr>
              <a:buChar char="•"/>
              <a:tabLst>
                <a:tab pos="274955" algn="l"/>
              </a:tabLst>
            </a:pPr>
            <a:r>
              <a:rPr dirty="0" sz="1650">
                <a:solidFill>
                  <a:srgbClr val="5E5E5E"/>
                </a:solidFill>
                <a:latin typeface="Consolas"/>
                <a:cs typeface="Consolas"/>
              </a:rPr>
              <a:t>plango</a:t>
            </a:r>
            <a:r>
              <a:rPr dirty="0" sz="1650" spc="465">
                <a:solidFill>
                  <a:srgbClr val="5E5E5E"/>
                </a:solidFill>
                <a:latin typeface="Consolas"/>
                <a:cs typeface="Consolas"/>
              </a:rPr>
              <a:t> </a:t>
            </a:r>
            <a:r>
              <a:rPr dirty="0" sz="1650" spc="-25">
                <a:solidFill>
                  <a:srgbClr val="5D5D5D"/>
                </a:solidFill>
                <a:latin typeface="Consolas"/>
                <a:cs typeface="Consolas"/>
              </a:rPr>
              <a:t>AI</a:t>
            </a:r>
            <a:endParaRPr sz="16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8322" y="1343300"/>
            <a:ext cx="5148580" cy="105156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445770" algn="l"/>
                <a:tab pos="717550" algn="l"/>
                <a:tab pos="1449705" algn="l"/>
              </a:tabLst>
            </a:pPr>
            <a:r>
              <a:rPr dirty="0" sz="1650">
                <a:solidFill>
                  <a:srgbClr val="34A87C"/>
                </a:solidFill>
                <a:latin typeface="Times New Roman"/>
                <a:cs typeface="Times New Roman"/>
              </a:rPr>
              <a:t>0</a:t>
            </a:r>
            <a:r>
              <a:rPr dirty="0" sz="1650" spc="-100">
                <a:solidFill>
                  <a:srgbClr val="34A87C"/>
                </a:solidFill>
                <a:latin typeface="Times New Roman"/>
                <a:cs typeface="Times New Roman"/>
              </a:rPr>
              <a:t> </a:t>
            </a:r>
            <a:r>
              <a:rPr dirty="0" sz="1650" spc="-50">
                <a:solidFill>
                  <a:srgbClr val="219C70"/>
                </a:solidFill>
                <a:latin typeface="Times New Roman"/>
                <a:cs typeface="Times New Roman"/>
              </a:rPr>
              <a:t>4</a:t>
            </a:r>
            <a:r>
              <a:rPr dirty="0" sz="1650">
                <a:solidFill>
                  <a:srgbClr val="219C70"/>
                </a:solidFill>
                <a:latin typeface="Times New Roman"/>
                <a:cs typeface="Times New Roman"/>
              </a:rPr>
              <a:t>	</a:t>
            </a:r>
            <a:r>
              <a:rPr dirty="0" sz="1650" spc="-795">
                <a:solidFill>
                  <a:srgbClr val="348C66"/>
                </a:solidFill>
                <a:latin typeface="Times New Roman"/>
                <a:cs typeface="Times New Roman"/>
              </a:rPr>
              <a:t>—</a:t>
            </a:r>
            <a:r>
              <a:rPr dirty="0" sz="1650">
                <a:solidFill>
                  <a:srgbClr val="348C66"/>
                </a:solidFill>
                <a:latin typeface="Times New Roman"/>
                <a:cs typeface="Times New Roman"/>
              </a:rPr>
              <a:t>	</a:t>
            </a:r>
            <a:r>
              <a:rPr dirty="0" sz="1650" spc="229">
                <a:solidFill>
                  <a:srgbClr val="2AA577"/>
                </a:solidFill>
                <a:latin typeface="Times New Roman"/>
                <a:cs typeface="Times New Roman"/>
              </a:rPr>
              <a:t>1</a:t>
            </a:r>
            <a:r>
              <a:rPr dirty="0" sz="1650" spc="229">
                <a:solidFill>
                  <a:srgbClr val="188762"/>
                </a:solidFill>
                <a:latin typeface="Times New Roman"/>
                <a:cs typeface="Times New Roman"/>
              </a:rPr>
              <a:t>0</a:t>
            </a:r>
            <a:r>
              <a:rPr dirty="0" sz="1650" spc="-150">
                <a:solidFill>
                  <a:srgbClr val="188762"/>
                </a:solidFill>
                <a:latin typeface="Times New Roman"/>
                <a:cs typeface="Times New Roman"/>
              </a:rPr>
              <a:t> </a:t>
            </a:r>
            <a:r>
              <a:rPr dirty="0" sz="1650" spc="-345">
                <a:solidFill>
                  <a:srgbClr val="11956E"/>
                </a:solidFill>
                <a:latin typeface="Times New Roman"/>
                <a:cs typeface="Times New Roman"/>
              </a:rPr>
              <a:t>D</a:t>
            </a:r>
            <a:r>
              <a:rPr dirty="0" sz="1650" spc="-90">
                <a:solidFill>
                  <a:srgbClr val="11956E"/>
                </a:solidFill>
                <a:latin typeface="Times New Roman"/>
                <a:cs typeface="Times New Roman"/>
              </a:rPr>
              <a:t> </a:t>
            </a:r>
            <a:r>
              <a:rPr dirty="0" sz="1650" spc="-50">
                <a:solidFill>
                  <a:srgbClr val="189167"/>
                </a:solidFill>
                <a:latin typeface="Times New Roman"/>
                <a:cs typeface="Times New Roman"/>
              </a:rPr>
              <a:t>E</a:t>
            </a:r>
            <a:r>
              <a:rPr dirty="0" sz="1650">
                <a:solidFill>
                  <a:srgbClr val="189167"/>
                </a:solidFill>
                <a:latin typeface="Times New Roman"/>
                <a:cs typeface="Times New Roman"/>
              </a:rPr>
              <a:t>	</a:t>
            </a:r>
            <a:r>
              <a:rPr dirty="0" sz="1650" spc="90">
                <a:solidFill>
                  <a:srgbClr val="66CFBD"/>
                </a:solidFill>
                <a:latin typeface="Times New Roman"/>
                <a:cs typeface="Times New Roman"/>
              </a:rPr>
              <a:t>0</a:t>
            </a:r>
            <a:r>
              <a:rPr dirty="0" sz="1650" spc="-170">
                <a:solidFill>
                  <a:srgbClr val="66CFBD"/>
                </a:solidFill>
                <a:latin typeface="Times New Roman"/>
                <a:cs typeface="Times New Roman"/>
              </a:rPr>
              <a:t> </a:t>
            </a:r>
            <a:r>
              <a:rPr dirty="0" sz="1650" spc="-225">
                <a:solidFill>
                  <a:srgbClr val="289060"/>
                </a:solidFill>
                <a:latin typeface="Times New Roman"/>
                <a:cs typeface="Times New Roman"/>
              </a:rPr>
              <a:t>UA</a:t>
            </a:r>
            <a:r>
              <a:rPr dirty="0" sz="1650" spc="-50">
                <a:solidFill>
                  <a:srgbClr val="289060"/>
                </a:solidFill>
                <a:latin typeface="Times New Roman"/>
                <a:cs typeface="Times New Roman"/>
              </a:rPr>
              <a:t> </a:t>
            </a:r>
            <a:r>
              <a:rPr dirty="0" sz="1650" spc="-250">
                <a:solidFill>
                  <a:srgbClr val="1C9762"/>
                </a:solidFill>
                <a:latin typeface="Times New Roman"/>
                <a:cs typeface="Times New Roman"/>
              </a:rPr>
              <a:t>L</a:t>
            </a:r>
            <a:r>
              <a:rPr dirty="0" sz="1650" spc="-90">
                <a:solidFill>
                  <a:srgbClr val="1C9762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428E60"/>
                </a:solidFill>
                <a:latin typeface="Times New Roman"/>
                <a:cs typeface="Times New Roman"/>
              </a:rPr>
              <a:t>I</a:t>
            </a:r>
            <a:r>
              <a:rPr dirty="0" sz="1650" spc="100">
                <a:solidFill>
                  <a:srgbClr val="428E60"/>
                </a:solidFill>
                <a:latin typeface="Times New Roman"/>
                <a:cs typeface="Times New Roman"/>
              </a:rPr>
              <a:t> </a:t>
            </a:r>
            <a:r>
              <a:rPr dirty="0" sz="1650" spc="-25">
                <a:solidFill>
                  <a:srgbClr val="23907C"/>
                </a:solidFill>
                <a:latin typeface="Times New Roman"/>
                <a:cs typeface="Times New Roman"/>
              </a:rPr>
              <a:t>TY</a:t>
            </a:r>
            <a:endParaRPr sz="165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825"/>
              </a:spcBef>
            </a:pPr>
            <a:r>
              <a:rPr dirty="0" sz="4100">
                <a:solidFill>
                  <a:srgbClr val="131313"/>
                </a:solidFill>
                <a:latin typeface="Times New Roman"/>
                <a:cs typeface="Times New Roman"/>
              </a:rPr>
              <a:t>Good</a:t>
            </a:r>
            <a:r>
              <a:rPr dirty="0" sz="4100" spc="-26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4100">
                <a:solidFill>
                  <a:srgbClr val="0C0C0C"/>
                </a:solidFill>
                <a:latin typeface="Times New Roman"/>
                <a:cs typeface="Times New Roman"/>
              </a:rPr>
              <a:t>engineering</a:t>
            </a:r>
            <a:r>
              <a:rPr dirty="0" sz="4100" spc="-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4100" spc="-10">
                <a:solidFill>
                  <a:srgbClr val="0A0A0A"/>
                </a:solidFill>
                <a:latin typeface="Times New Roman"/>
                <a:cs typeface="Times New Roman"/>
              </a:rPr>
              <a:t>habits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3793" y="4941287"/>
            <a:ext cx="4489450" cy="823594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900" spc="55">
                <a:solidFill>
                  <a:srgbClr val="081D2B"/>
                </a:solidFill>
                <a:latin typeface="Times New Roman"/>
                <a:cs typeface="Times New Roman"/>
              </a:rPr>
              <a:t>Rules</a:t>
            </a:r>
            <a:r>
              <a:rPr dirty="0" sz="1900" spc="95">
                <a:solidFill>
                  <a:srgbClr val="081D2B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before</a:t>
            </a:r>
            <a:r>
              <a:rPr dirty="0" sz="1900" spc="85">
                <a:latin typeface="Times New Roman"/>
                <a:cs typeface="Times New Roman"/>
              </a:rPr>
              <a:t> </a:t>
            </a:r>
            <a:r>
              <a:rPr dirty="0" sz="1900" spc="-25">
                <a:solidFill>
                  <a:srgbClr val="0F0F0F"/>
                </a:solidFill>
                <a:latin typeface="Times New Roman"/>
                <a:cs typeface="Times New Roman"/>
              </a:rPr>
              <a:t>AI</a:t>
            </a:r>
            <a:endParaRPr sz="19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940"/>
              </a:spcBef>
            </a:pPr>
            <a:r>
              <a:rPr dirty="0" sz="1650" spc="-10">
                <a:solidFill>
                  <a:srgbClr val="565656"/>
                </a:solidFill>
                <a:latin typeface="Times New Roman"/>
                <a:cs typeface="Times New Roman"/>
              </a:rPr>
              <a:t>Oiet</a:t>
            </a:r>
            <a:r>
              <a:rPr dirty="0" sz="1650" spc="4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4B4B4B"/>
                </a:solidFill>
                <a:latin typeface="Times New Roman"/>
                <a:cs typeface="Times New Roman"/>
              </a:rPr>
              <a:t>and</a:t>
            </a:r>
            <a:r>
              <a:rPr dirty="0" sz="1650" spc="7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25252"/>
                </a:solidFill>
                <a:latin typeface="Times New Roman"/>
                <a:cs typeface="Times New Roman"/>
              </a:rPr>
              <a:t>safety</a:t>
            </a:r>
            <a:r>
              <a:rPr dirty="0" sz="1650" spc="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45454"/>
                </a:solidFill>
                <a:latin typeface="Times New Roman"/>
                <a:cs typeface="Times New Roman"/>
              </a:rPr>
              <a:t>checks</a:t>
            </a:r>
            <a:r>
              <a:rPr dirty="0" sz="1650" spc="10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4F4F4F"/>
                </a:solidFill>
                <a:latin typeface="Times New Roman"/>
                <a:cs typeface="Times New Roman"/>
              </a:rPr>
              <a:t>run</a:t>
            </a:r>
            <a:r>
              <a:rPr dirty="0" sz="1650" spc="145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650" spc="-30">
                <a:solidFill>
                  <a:srgbClr val="606060"/>
                </a:solidFill>
                <a:latin typeface="Times New Roman"/>
                <a:cs typeface="Times New Roman"/>
              </a:rPr>
              <a:t>in</a:t>
            </a:r>
            <a:r>
              <a:rPr dirty="0" sz="1650" spc="7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65656"/>
                </a:solidFill>
                <a:latin typeface="Times New Roman"/>
                <a:cs typeface="Times New Roman"/>
              </a:rPr>
              <a:t>code,</a:t>
            </a:r>
            <a:r>
              <a:rPr dirty="0" sz="1650" spc="19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25252"/>
                </a:solidFill>
                <a:latin typeface="Times New Roman"/>
                <a:cs typeface="Times New Roman"/>
              </a:rPr>
              <a:t>not</a:t>
            </a:r>
            <a:r>
              <a:rPr dirty="0" sz="1650" spc="3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 spc="-30">
                <a:solidFill>
                  <a:srgbClr val="7C8EAA"/>
                </a:solidFill>
                <a:latin typeface="Times New Roman"/>
                <a:cs typeface="Times New Roman"/>
              </a:rPr>
              <a:t>in</a:t>
            </a:r>
            <a:r>
              <a:rPr dirty="0" sz="1650" spc="70">
                <a:solidFill>
                  <a:srgbClr val="7C8EAA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dirty="0" sz="1650" spc="33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4D4D4D"/>
                </a:solidFill>
                <a:latin typeface="Times New Roman"/>
                <a:cs typeface="Times New Roman"/>
              </a:rPr>
              <a:t>prompt.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5685" y="7494051"/>
            <a:ext cx="4414520" cy="875030"/>
          </a:xfrm>
          <a:prstGeom prst="rect">
            <a:avLst/>
          </a:prstGeom>
        </p:spPr>
        <p:txBody>
          <a:bodyPr wrap="square" lIns="0" tIns="184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2050" spc="-55">
                <a:solidFill>
                  <a:srgbClr val="0E0E0E"/>
                </a:solidFill>
                <a:latin typeface="Times New Roman"/>
                <a:cs typeface="Times New Roman"/>
              </a:rPr>
              <a:t>Visible</a:t>
            </a:r>
            <a:r>
              <a:rPr dirty="0" sz="2050" spc="-2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2050" spc="-10">
                <a:solidFill>
                  <a:srgbClr val="0F0F0F"/>
                </a:solidFill>
                <a:latin typeface="Times New Roman"/>
                <a:cs typeface="Times New Roman"/>
              </a:rPr>
              <a:t>progress</a:t>
            </a:r>
            <a:endParaRPr sz="205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1010"/>
              </a:spcBef>
            </a:pP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Every</a:t>
            </a:r>
            <a:r>
              <a:rPr dirty="0" sz="1550" spc="2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agent</a:t>
            </a:r>
            <a:r>
              <a:rPr dirty="0" sz="1550" spc="-7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94949"/>
                </a:solidFill>
                <a:latin typeface="Arial MT"/>
                <a:cs typeface="Arial MT"/>
              </a:rPr>
              <a:t>step</a:t>
            </a:r>
            <a:r>
              <a:rPr dirty="0" sz="1550" spc="-7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75757"/>
                </a:solidFill>
                <a:latin typeface="Arial MT"/>
                <a:cs typeface="Arial MT"/>
              </a:rPr>
              <a:t>is</a:t>
            </a:r>
            <a:r>
              <a:rPr dirty="0" sz="1550" spc="-10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logged</a:t>
            </a:r>
            <a:r>
              <a:rPr dirty="0" sz="1550" spc="-2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B5B5B"/>
                </a:solidFill>
                <a:latin typeface="Arial MT"/>
                <a:cs typeface="Arial MT"/>
              </a:rPr>
              <a:t>and</a:t>
            </a:r>
            <a:r>
              <a:rPr dirty="0" sz="1550" spc="-8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shown, not</a:t>
            </a:r>
            <a:r>
              <a:rPr dirty="0" sz="1550" spc="-3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95959"/>
                </a:solidFill>
                <a:latin typeface="Arial MT"/>
                <a:cs typeface="Arial MT"/>
              </a:rPr>
              <a:t>hidden.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8037" y="10525591"/>
            <a:ext cx="82169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114">
                <a:solidFill>
                  <a:srgbClr val="909090"/>
                </a:solidFill>
                <a:latin typeface="Courier New"/>
                <a:cs typeface="Courier New"/>
              </a:rPr>
              <a:t>15</a:t>
            </a:r>
            <a:r>
              <a:rPr dirty="0" sz="1650" spc="-165">
                <a:solidFill>
                  <a:srgbClr val="909090"/>
                </a:solidFill>
                <a:latin typeface="Courier New"/>
                <a:cs typeface="Courier New"/>
              </a:rPr>
              <a:t> </a:t>
            </a:r>
            <a:r>
              <a:rPr dirty="0" sz="1650">
                <a:solidFill>
                  <a:srgbClr val="8C8C8C"/>
                </a:solidFill>
                <a:latin typeface="Courier New"/>
                <a:cs typeface="Courier New"/>
              </a:rPr>
              <a:t>/</a:t>
            </a:r>
            <a:r>
              <a:rPr dirty="0" sz="1650" spc="-140">
                <a:solidFill>
                  <a:srgbClr val="8C8C8C"/>
                </a:solidFill>
                <a:latin typeface="Courier New"/>
                <a:cs typeface="Courier New"/>
              </a:rPr>
              <a:t> </a:t>
            </a:r>
            <a:r>
              <a:rPr dirty="0" sz="1650" spc="-40">
                <a:solidFill>
                  <a:srgbClr val="878787"/>
                </a:solidFill>
                <a:latin typeface="Courier New"/>
                <a:cs typeface="Courier New"/>
              </a:rPr>
              <a:t>22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75142" y="4941287"/>
            <a:ext cx="4331335" cy="823594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900" spc="60">
                <a:solidFill>
                  <a:srgbClr val="161616"/>
                </a:solidFill>
                <a:latin typeface="Times New Roman"/>
                <a:cs typeface="Times New Roman"/>
              </a:rPr>
              <a:t>Backups</a:t>
            </a:r>
            <a:r>
              <a:rPr dirty="0" sz="1900" spc="16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C0C0C"/>
                </a:solidFill>
                <a:latin typeface="Times New Roman"/>
                <a:cs typeface="Times New Roman"/>
              </a:rPr>
              <a:t>when</a:t>
            </a:r>
            <a:r>
              <a:rPr dirty="0" sz="1900" spc="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A0A0A"/>
                </a:solidFill>
                <a:latin typeface="Times New Roman"/>
                <a:cs typeface="Times New Roman"/>
              </a:rPr>
              <a:t>APIs</a:t>
            </a:r>
            <a:r>
              <a:rPr dirty="0" sz="1900" spc="7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900" spc="-20">
                <a:solidFill>
                  <a:srgbClr val="131313"/>
                </a:solidFill>
                <a:latin typeface="Times New Roman"/>
                <a:cs typeface="Times New Roman"/>
              </a:rPr>
              <a:t>fail</a:t>
            </a:r>
            <a:endParaRPr sz="19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940"/>
              </a:spcBef>
            </a:pPr>
            <a:r>
              <a:rPr dirty="0" sz="1650">
                <a:solidFill>
                  <a:srgbClr val="525252"/>
                </a:solidFill>
                <a:latin typeface="Times New Roman"/>
                <a:cs typeface="Times New Roman"/>
              </a:rPr>
              <a:t>Cached</a:t>
            </a:r>
            <a:r>
              <a:rPr dirty="0" sz="1650" spc="23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45454"/>
                </a:solidFill>
                <a:latin typeface="Times New Roman"/>
                <a:cs typeface="Times New Roman"/>
              </a:rPr>
              <a:t>and</a:t>
            </a:r>
            <a:r>
              <a:rPr dirty="0" sz="1650" spc="204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5D5D5D"/>
                </a:solidFill>
                <a:latin typeface="Times New Roman"/>
                <a:cs typeface="Times New Roman"/>
              </a:rPr>
              <a:t>local</a:t>
            </a:r>
            <a:r>
              <a:rPr dirty="0" sz="1650" spc="175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45454"/>
                </a:solidFill>
                <a:latin typeface="Times New Roman"/>
                <a:cs typeface="Times New Roman"/>
              </a:rPr>
              <a:t>fallbacks</a:t>
            </a:r>
            <a:r>
              <a:rPr dirty="0" sz="1650" spc="28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25252"/>
                </a:solidFill>
                <a:latin typeface="Times New Roman"/>
                <a:cs typeface="Times New Roman"/>
              </a:rPr>
              <a:t>keep</a:t>
            </a:r>
            <a:r>
              <a:rPr dirty="0" sz="1650" spc="1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25252"/>
                </a:solidFill>
                <a:latin typeface="Times New Roman"/>
                <a:cs typeface="Times New Roman"/>
              </a:rPr>
              <a:t>answers</a:t>
            </a:r>
            <a:r>
              <a:rPr dirty="0" sz="1650" spc="9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 spc="-30">
                <a:solidFill>
                  <a:srgbClr val="565656"/>
                </a:solidFill>
                <a:latin typeface="Times New Roman"/>
                <a:cs typeface="Times New Roman"/>
              </a:rPr>
              <a:t>flowing.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74743" y="7527343"/>
            <a:ext cx="4467860" cy="114300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2050">
                <a:solidFill>
                  <a:srgbClr val="0C0C0C"/>
                </a:solidFill>
                <a:latin typeface="Times New Roman"/>
                <a:cs typeface="Times New Roman"/>
              </a:rPr>
              <a:t>Heatth</a:t>
            </a:r>
            <a:r>
              <a:rPr dirty="0" sz="2050" spc="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2050" spc="-10">
                <a:solidFill>
                  <a:srgbClr val="0F0F0F"/>
                </a:solidFill>
                <a:latin typeface="Times New Roman"/>
                <a:cs typeface="Times New Roman"/>
              </a:rPr>
              <a:t>check</a:t>
            </a:r>
            <a:endParaRPr sz="2050">
              <a:latin typeface="Times New Roman"/>
              <a:cs typeface="Times New Roman"/>
            </a:endParaRPr>
          </a:p>
          <a:p>
            <a:pPr marL="14604" marR="5080" indent="2540">
              <a:lnSpc>
                <a:spcPct val="118700"/>
              </a:lnSpc>
              <a:spcBef>
                <a:spcPts val="535"/>
              </a:spcBef>
            </a:pPr>
            <a:r>
              <a:rPr dirty="0" sz="1650">
                <a:solidFill>
                  <a:srgbClr val="575757"/>
                </a:solidFill>
                <a:latin typeface="Times New Roman"/>
                <a:cs typeface="Times New Roman"/>
              </a:rPr>
              <a:t>One</a:t>
            </a:r>
            <a:r>
              <a:rPr dirty="0" sz="1650" spc="7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4D4D4D"/>
                </a:solidFill>
                <a:latin typeface="Times New Roman"/>
                <a:cs typeface="Times New Roman"/>
              </a:rPr>
              <a:t>endpoint</a:t>
            </a:r>
            <a:r>
              <a:rPr dirty="0" sz="1650" spc="27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75757"/>
                </a:solidFill>
                <a:latin typeface="Times New Roman"/>
                <a:cs typeface="Times New Roman"/>
              </a:rPr>
              <a:t>reports</a:t>
            </a:r>
            <a:r>
              <a:rPr dirty="0" sz="1650" spc="10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25252"/>
                </a:solidFill>
                <a:latin typeface="Times New Roman"/>
                <a:cs typeface="Times New Roman"/>
              </a:rPr>
              <a:t>the</a:t>
            </a:r>
            <a:r>
              <a:rPr dirty="0" sz="1650" spc="-1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 spc="55">
                <a:solidFill>
                  <a:srgbClr val="525252"/>
                </a:solidFill>
                <a:latin typeface="Times New Roman"/>
                <a:cs typeface="Times New Roman"/>
              </a:rPr>
              <a:t>status</a:t>
            </a:r>
            <a:r>
              <a:rPr dirty="0" sz="1650" spc="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 spc="-30">
                <a:solidFill>
                  <a:srgbClr val="5B5B5B"/>
                </a:solidFill>
                <a:latin typeface="Times New Roman"/>
                <a:cs typeface="Times New Roman"/>
              </a:rPr>
              <a:t>of</a:t>
            </a:r>
            <a:r>
              <a:rPr dirty="0" sz="1650" spc="19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65656"/>
                </a:solidFill>
                <a:latin typeface="Times New Roman"/>
                <a:cs typeface="Times New Roman"/>
              </a:rPr>
              <a:t>every</a:t>
            </a:r>
            <a:r>
              <a:rPr dirty="0" sz="1650" spc="7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4F4F4F"/>
                </a:solidFill>
                <a:latin typeface="Times New Roman"/>
                <a:cs typeface="Times New Roman"/>
              </a:rPr>
              <a:t>connected </a:t>
            </a:r>
            <a:r>
              <a:rPr dirty="0" sz="1650" spc="-10">
                <a:solidFill>
                  <a:srgbClr val="565656"/>
                </a:solidFill>
                <a:latin typeface="Times New Roman"/>
                <a:cs typeface="Times New Roman"/>
              </a:rPr>
              <a:t>service.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551262" y="489902"/>
            <a:ext cx="140081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110">
                <a:solidFill>
                  <a:srgbClr val="8C8C8C"/>
                </a:solidFill>
                <a:latin typeface="Consolas"/>
                <a:cs typeface="Consolas"/>
              </a:rPr>
              <a:t>ENGINEERING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06098" y="4920094"/>
            <a:ext cx="4456430" cy="84455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2050">
                <a:solidFill>
                  <a:srgbClr val="161616"/>
                </a:solidFill>
                <a:latin typeface="Times New Roman"/>
                <a:cs typeface="Times New Roman"/>
              </a:rPr>
              <a:t>Private</a:t>
            </a:r>
            <a:r>
              <a:rPr dirty="0" sz="2050" spc="8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205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2050" spc="-10">
                <a:solidFill>
                  <a:srgbClr val="0A0A0A"/>
                </a:solidFill>
                <a:latin typeface="Times New Roman"/>
                <a:cs typeface="Times New Roman"/>
              </a:rPr>
              <a:t>default</a:t>
            </a:r>
            <a:endParaRPr sz="205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905"/>
              </a:spcBef>
            </a:pPr>
            <a:r>
              <a:rPr dirty="0" sz="1650">
                <a:solidFill>
                  <a:srgbClr val="575757"/>
                </a:solidFill>
                <a:latin typeface="Times New Roman"/>
                <a:cs typeface="Times New Roman"/>
              </a:rPr>
              <a:t>Each</a:t>
            </a:r>
            <a:r>
              <a:rPr dirty="0" sz="1650" spc="7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4D4D4D"/>
                </a:solidFill>
                <a:latin typeface="Times New Roman"/>
                <a:cs typeface="Times New Roman"/>
              </a:rPr>
              <a:t>family's</a:t>
            </a:r>
            <a:r>
              <a:rPr dirty="0" sz="1650" spc="4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650" spc="50">
                <a:solidFill>
                  <a:srgbClr val="565656"/>
                </a:solidFill>
                <a:latin typeface="Times New Roman"/>
                <a:cs typeface="Times New Roman"/>
              </a:rPr>
              <a:t>data</a:t>
            </a:r>
            <a:r>
              <a:rPr dirty="0" sz="1650" spc="7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B5B5B"/>
                </a:solidFill>
                <a:latin typeface="Times New Roman"/>
                <a:cs typeface="Times New Roman"/>
              </a:rPr>
              <a:t>is</a:t>
            </a:r>
            <a:r>
              <a:rPr dirty="0" sz="1650" spc="55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25252"/>
                </a:solidFill>
                <a:latin typeface="Times New Roman"/>
                <a:cs typeface="Times New Roman"/>
              </a:rPr>
              <a:t>isolated</a:t>
            </a:r>
            <a:r>
              <a:rPr dirty="0" sz="1650" spc="1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525252"/>
                </a:solidFill>
                <a:latin typeface="Times New Roman"/>
                <a:cs typeface="Times New Roman"/>
              </a:rPr>
              <a:t>at</a:t>
            </a:r>
            <a:r>
              <a:rPr dirty="0" sz="1650" spc="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4B4B4B"/>
                </a:solidFill>
                <a:latin typeface="Times New Roman"/>
                <a:cs typeface="Times New Roman"/>
              </a:rPr>
              <a:t>the</a:t>
            </a:r>
            <a:r>
              <a:rPr dirty="0" sz="1650" spc="7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650" spc="50">
                <a:solidFill>
                  <a:srgbClr val="565656"/>
                </a:solidFill>
                <a:latin typeface="Times New Roman"/>
                <a:cs typeface="Times New Roman"/>
              </a:rPr>
              <a:t>database</a:t>
            </a:r>
            <a:r>
              <a:rPr dirty="0" sz="1650" spc="22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545454"/>
                </a:solidFill>
                <a:latin typeface="Times New Roman"/>
                <a:cs typeface="Times New Roman"/>
              </a:rPr>
              <a:t>level.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04998" y="7665076"/>
            <a:ext cx="4845050" cy="700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0A0A0A"/>
                </a:solidFill>
                <a:latin typeface="Times New Roman"/>
                <a:cs typeface="Times New Roman"/>
              </a:rPr>
              <a:t>Repo</a:t>
            </a:r>
            <a:r>
              <a:rPr dirty="0" sz="2050" spc="-2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2050" spc="-10">
                <a:solidFill>
                  <a:srgbClr val="0C0C0C"/>
                </a:solidFill>
                <a:latin typeface="Times New Roman"/>
                <a:cs typeface="Times New Roman"/>
              </a:rPr>
              <a:t>hygiene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400" spc="100">
                <a:solidFill>
                  <a:srgbClr val="4D4D4D"/>
                </a:solidFill>
                <a:latin typeface="Times New Roman"/>
                <a:cs typeface="Times New Roman"/>
              </a:rPr>
              <a:t>Typed,</a:t>
            </a:r>
            <a:r>
              <a:rPr dirty="0" sz="1400" spc="24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400" spc="50">
                <a:solidFill>
                  <a:srgbClr val="505050"/>
                </a:solidFill>
                <a:latin typeface="Times New Roman"/>
                <a:cs typeface="Times New Roman"/>
              </a:rPr>
              <a:t>linted</a:t>
            </a:r>
            <a:r>
              <a:rPr dirty="0" sz="1400" spc="305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400" spc="65">
                <a:solidFill>
                  <a:srgbClr val="565656"/>
                </a:solidFill>
                <a:latin typeface="Times New Roman"/>
                <a:cs typeface="Times New Roman"/>
              </a:rPr>
              <a:t>and</a:t>
            </a:r>
            <a:r>
              <a:rPr dirty="0" sz="1400" spc="434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400" spc="140">
                <a:solidFill>
                  <a:srgbClr val="4D4D4D"/>
                </a:solidFill>
                <a:latin typeface="Times New Roman"/>
                <a:cs typeface="Times New Roman"/>
              </a:rPr>
              <a:t>documented</a:t>
            </a:r>
            <a:r>
              <a:rPr dirty="0" sz="1400" spc="34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400" spc="80">
                <a:solidFill>
                  <a:srgbClr val="5D5D5D"/>
                </a:solidFill>
                <a:latin typeface="Times New Roman"/>
                <a:cs typeface="Times New Roman"/>
              </a:rPr>
              <a:t>—</a:t>
            </a:r>
            <a:r>
              <a:rPr dirty="0" sz="1400" spc="225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25252"/>
                </a:solidFill>
                <a:latin typeface="Times New Roman"/>
                <a:cs typeface="Times New Roman"/>
              </a:rPr>
              <a:t>built</a:t>
            </a:r>
            <a:r>
              <a:rPr dirty="0" sz="1400" spc="2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45454"/>
                </a:solidFill>
                <a:latin typeface="Times New Roman"/>
                <a:cs typeface="Times New Roman"/>
              </a:rPr>
              <a:t>to</a:t>
            </a:r>
            <a:r>
              <a:rPr dirty="0" sz="1400" spc="28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65656"/>
                </a:solidFill>
                <a:latin typeface="Times New Roman"/>
                <a:cs typeface="Times New Roman"/>
              </a:rPr>
              <a:t>be</a:t>
            </a:r>
            <a:r>
              <a:rPr dirty="0" sz="1400" spc="44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400" spc="135">
                <a:solidFill>
                  <a:srgbClr val="545454"/>
                </a:solidFill>
                <a:latin typeface="Times New Roman"/>
                <a:cs typeface="Times New Roman"/>
              </a:rPr>
              <a:t>handed</a:t>
            </a:r>
            <a:r>
              <a:rPr dirty="0" sz="1400" spc="28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545454"/>
                </a:solidFill>
                <a:latin typeface="Times New Roman"/>
                <a:cs typeface="Times New Roman"/>
              </a:rPr>
              <a:t>off.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63199" y="5088850"/>
            <a:ext cx="10201275" cy="871855"/>
          </a:xfrm>
          <a:custGeom>
            <a:avLst/>
            <a:gdLst/>
            <a:ahLst/>
            <a:cxnLst/>
            <a:rect l="l" t="t" r="r" b="b"/>
            <a:pathLst>
              <a:path w="10201275" h="871854">
                <a:moveTo>
                  <a:pt x="10201260" y="871701"/>
                </a:moveTo>
                <a:lnTo>
                  <a:pt x="0" y="871701"/>
                </a:lnTo>
                <a:lnTo>
                  <a:pt x="0" y="0"/>
                </a:lnTo>
                <a:lnTo>
                  <a:pt x="10201260" y="0"/>
                </a:lnTo>
                <a:lnTo>
                  <a:pt x="10201260" y="871701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36525" y="4811760"/>
            <a:ext cx="10145395" cy="11252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7200" spc="-10">
                <a:solidFill>
                  <a:srgbClr val="F2F2F2"/>
                </a:solidFill>
                <a:latin typeface="Cambria"/>
                <a:cs typeface="Cambria"/>
              </a:rPr>
              <a:t>Optimization</a:t>
            </a:r>
            <a:r>
              <a:rPr dirty="0" sz="7200" spc="195">
                <a:solidFill>
                  <a:srgbClr val="F2F2F2"/>
                </a:solidFill>
                <a:latin typeface="Cambria"/>
                <a:cs typeface="Cambria"/>
              </a:rPr>
              <a:t> </a:t>
            </a:r>
            <a:r>
              <a:rPr dirty="0" sz="7200" spc="495">
                <a:solidFill>
                  <a:srgbClr val="EFEFEF"/>
                </a:solidFill>
                <a:latin typeface="Cambria"/>
                <a:cs typeface="Cambria"/>
              </a:rPr>
              <a:t>&amp;</a:t>
            </a:r>
            <a:r>
              <a:rPr dirty="0" sz="7200" spc="-130">
                <a:solidFill>
                  <a:srgbClr val="EFEFEF"/>
                </a:solidFill>
                <a:latin typeface="Cambria"/>
                <a:cs typeface="Cambria"/>
              </a:rPr>
              <a:t> </a:t>
            </a:r>
            <a:r>
              <a:rPr dirty="0" sz="7200" spc="-45">
                <a:solidFill>
                  <a:srgbClr val="F6F6F6"/>
                </a:solidFill>
                <a:latin typeface="Cambria"/>
                <a:cs typeface="Cambria"/>
              </a:rPr>
              <a:t>Reliability</a:t>
            </a:r>
            <a:endParaRPr sz="7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11513185" cy="0"/>
          </a:xfrm>
          <a:custGeom>
            <a:avLst/>
            <a:gdLst/>
            <a:ahLst/>
            <a:cxnLst/>
            <a:rect l="l" t="t" r="r" b="b"/>
            <a:pathLst>
              <a:path w="11513185" h="0">
                <a:moveTo>
                  <a:pt x="0" y="0"/>
                </a:moveTo>
                <a:lnTo>
                  <a:pt x="11512739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067938" y="2560131"/>
            <a:ext cx="11968480" cy="7091680"/>
            <a:chOff x="4067938" y="2560131"/>
            <a:chExt cx="11968480" cy="70916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65482" y="2560131"/>
              <a:ext cx="70678" cy="30627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67938" y="2560131"/>
              <a:ext cx="11960860" cy="7091680"/>
            </a:xfrm>
            <a:custGeom>
              <a:avLst/>
              <a:gdLst/>
              <a:ahLst/>
              <a:cxnLst/>
              <a:rect l="l" t="t" r="r" b="b"/>
              <a:pathLst>
                <a:path w="11960860" h="7091680">
                  <a:moveTo>
                    <a:pt x="11960369" y="7091407"/>
                  </a:moveTo>
                  <a:lnTo>
                    <a:pt x="0" y="7091407"/>
                  </a:lnTo>
                  <a:lnTo>
                    <a:pt x="0" y="0"/>
                  </a:lnTo>
                  <a:lnTo>
                    <a:pt x="11960369" y="0"/>
                  </a:lnTo>
                  <a:lnTo>
                    <a:pt x="11960369" y="7091407"/>
                  </a:lnTo>
                  <a:close/>
                </a:path>
              </a:pathLst>
            </a:custGeom>
            <a:solidFill>
              <a:srgbClr val="E9F4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272839" y="2993098"/>
            <a:ext cx="257429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45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19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75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dirty="0" sz="190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15">
                <a:solidFill>
                  <a:srgbClr val="FFFFFF"/>
                </a:solidFill>
                <a:latin typeface="Arial MT"/>
                <a:cs typeface="Arial MT"/>
              </a:rPr>
              <a:t>CONSTRAINTS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86326" y="2993098"/>
            <a:ext cx="79121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7365" algn="l"/>
              </a:tabLst>
            </a:pPr>
            <a:r>
              <a:rPr dirty="0" sz="1900" spc="-160">
                <a:solidFill>
                  <a:srgbClr val="FFFFFF"/>
                </a:solidFill>
                <a:latin typeface="Arial MT"/>
                <a:cs typeface="Arial MT"/>
              </a:rPr>
              <a:t>°°</a:t>
            </a:r>
            <a:r>
              <a:rPr dirty="0" sz="19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900">
                <a:solidFill>
                  <a:srgbClr val="F4F4F4"/>
                </a:solidFill>
                <a:latin typeface="Arial MT"/>
                <a:cs typeface="Arial MT"/>
              </a:rPr>
              <a:t>°</a:t>
            </a:r>
            <a:r>
              <a:rPr dirty="0" sz="1900" spc="125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F9F9F9"/>
                </a:solidFill>
                <a:latin typeface="Arial MT"/>
                <a:cs typeface="Arial MT"/>
              </a:rPr>
              <a:t>°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01347" y="6659871"/>
            <a:ext cx="871219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0">
                <a:solidFill>
                  <a:srgbClr val="FFFFFF"/>
                </a:solidFill>
                <a:latin typeface="Arial MT"/>
                <a:cs typeface="Arial MT"/>
              </a:rPr>
              <a:t>Gemini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7181" y="1335109"/>
            <a:ext cx="7798434" cy="160718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  <a:tabLst>
                <a:tab pos="445134" algn="l"/>
                <a:tab pos="734695" algn="l"/>
                <a:tab pos="2597150" algn="l"/>
                <a:tab pos="2878455" algn="l"/>
              </a:tabLst>
            </a:pPr>
            <a:r>
              <a:rPr dirty="0" sz="1650" spc="-60">
                <a:solidFill>
                  <a:srgbClr val="34A87C"/>
                </a:solidFill>
                <a:latin typeface="Arial MT"/>
                <a:cs typeface="Arial MT"/>
              </a:rPr>
              <a:t>0</a:t>
            </a:r>
            <a:r>
              <a:rPr dirty="0" sz="1650" spc="-145">
                <a:solidFill>
                  <a:srgbClr val="34A87C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4DAA7E"/>
                </a:solidFill>
                <a:latin typeface="Arial MT"/>
                <a:cs typeface="Arial MT"/>
              </a:rPr>
              <a:t>5</a:t>
            </a:r>
            <a:r>
              <a:rPr dirty="0" sz="1650">
                <a:solidFill>
                  <a:srgbClr val="4DAA7E"/>
                </a:solidFill>
                <a:latin typeface="Arial MT"/>
                <a:cs typeface="Arial MT"/>
              </a:rPr>
              <a:t>	</a:t>
            </a:r>
            <a:r>
              <a:rPr dirty="0" sz="1650" spc="-780">
                <a:solidFill>
                  <a:srgbClr val="348C66"/>
                </a:solidFill>
                <a:latin typeface="Arial MT"/>
                <a:cs typeface="Arial MT"/>
              </a:rPr>
              <a:t>—</a:t>
            </a:r>
            <a:r>
              <a:rPr dirty="0" sz="1650">
                <a:solidFill>
                  <a:srgbClr val="348C66"/>
                </a:solidFill>
                <a:latin typeface="Arial MT"/>
                <a:cs typeface="Arial MT"/>
              </a:rPr>
              <a:t>	</a:t>
            </a:r>
            <a:r>
              <a:rPr dirty="0" sz="1650" spc="-60">
                <a:solidFill>
                  <a:srgbClr val="1AA870"/>
                </a:solidFill>
                <a:latin typeface="Arial MT"/>
                <a:cs typeface="Arial MT"/>
              </a:rPr>
              <a:t>0</a:t>
            </a:r>
            <a:r>
              <a:rPr dirty="0" sz="1650" spc="-275">
                <a:solidFill>
                  <a:srgbClr val="1AA870"/>
                </a:solidFill>
                <a:latin typeface="Arial MT"/>
                <a:cs typeface="Arial MT"/>
              </a:rPr>
              <a:t> </a:t>
            </a:r>
            <a:r>
              <a:rPr dirty="0" sz="1650" spc="-220">
                <a:solidFill>
                  <a:srgbClr val="249079"/>
                </a:solidFill>
                <a:latin typeface="Arial MT"/>
                <a:cs typeface="Arial MT"/>
              </a:rPr>
              <a:t>P</a:t>
            </a:r>
            <a:r>
              <a:rPr dirty="0" sz="1650" spc="-140">
                <a:solidFill>
                  <a:srgbClr val="249079"/>
                </a:solidFill>
                <a:latin typeface="Arial MT"/>
                <a:cs typeface="Arial MT"/>
              </a:rPr>
              <a:t> </a:t>
            </a:r>
            <a:r>
              <a:rPr dirty="0" sz="1650" spc="-180">
                <a:solidFill>
                  <a:srgbClr val="269077"/>
                </a:solidFill>
                <a:latin typeface="Arial MT"/>
                <a:cs typeface="Arial MT"/>
              </a:rPr>
              <a:t>T</a:t>
            </a:r>
            <a:r>
              <a:rPr dirty="0" sz="1650" spc="-250">
                <a:solidFill>
                  <a:srgbClr val="269077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69067"/>
                </a:solidFill>
                <a:latin typeface="Arial MT"/>
                <a:cs typeface="Arial MT"/>
              </a:rPr>
              <a:t>I</a:t>
            </a:r>
            <a:r>
              <a:rPr dirty="0" sz="1650" spc="130">
                <a:solidFill>
                  <a:srgbClr val="569067"/>
                </a:solidFill>
                <a:latin typeface="Arial MT"/>
                <a:cs typeface="Arial MT"/>
              </a:rPr>
              <a:t> </a:t>
            </a:r>
            <a:r>
              <a:rPr dirty="0" sz="1650" spc="-190">
                <a:solidFill>
                  <a:srgbClr val="16A569"/>
                </a:solidFill>
                <a:latin typeface="Arial MT"/>
                <a:cs typeface="Arial MT"/>
              </a:rPr>
              <a:t>H</a:t>
            </a:r>
            <a:r>
              <a:rPr dirty="0" sz="1650" spc="-250">
                <a:solidFill>
                  <a:srgbClr val="16A56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D895D"/>
                </a:solidFill>
                <a:latin typeface="Arial MT"/>
                <a:cs typeface="Arial MT"/>
              </a:rPr>
              <a:t>I</a:t>
            </a:r>
            <a:r>
              <a:rPr dirty="0" sz="1650" spc="295">
                <a:solidFill>
                  <a:srgbClr val="2D895D"/>
                </a:solidFill>
                <a:latin typeface="Arial MT"/>
                <a:cs typeface="Arial MT"/>
              </a:rPr>
              <a:t> </a:t>
            </a:r>
            <a:r>
              <a:rPr dirty="0" sz="1650" spc="-40">
                <a:solidFill>
                  <a:srgbClr val="239059"/>
                </a:solidFill>
                <a:latin typeface="Arial MT"/>
                <a:cs typeface="Arial MT"/>
              </a:rPr>
              <a:t>ZAT</a:t>
            </a:r>
            <a:r>
              <a:rPr dirty="0" sz="1650" spc="-180">
                <a:solidFill>
                  <a:srgbClr val="239059"/>
                </a:solidFill>
                <a:latin typeface="Arial MT"/>
                <a:cs typeface="Arial MT"/>
              </a:rPr>
              <a:t> </a:t>
            </a:r>
            <a:r>
              <a:rPr dirty="0" sz="1650" spc="35">
                <a:solidFill>
                  <a:srgbClr val="428E60"/>
                </a:solidFill>
                <a:latin typeface="Arial MT"/>
                <a:cs typeface="Arial MT"/>
              </a:rPr>
              <a:t>1</a:t>
            </a:r>
            <a:r>
              <a:rPr dirty="0" sz="1650" spc="35">
                <a:solidFill>
                  <a:srgbClr val="0F9A64"/>
                </a:solidFill>
                <a:latin typeface="Arial MT"/>
                <a:cs typeface="Arial MT"/>
              </a:rPr>
              <a:t>0</a:t>
            </a:r>
            <a:r>
              <a:rPr dirty="0" sz="1650" spc="35">
                <a:solidFill>
                  <a:srgbClr val="0FAC7E"/>
                </a:solidFill>
                <a:latin typeface="Arial MT"/>
                <a:cs typeface="Arial MT"/>
              </a:rPr>
              <a:t>N</a:t>
            </a:r>
            <a:r>
              <a:rPr dirty="0" sz="1650">
                <a:solidFill>
                  <a:srgbClr val="0FAC7E"/>
                </a:solidFill>
                <a:latin typeface="Arial MT"/>
                <a:cs typeface="Arial MT"/>
              </a:rPr>
              <a:t>	</a:t>
            </a:r>
            <a:r>
              <a:rPr dirty="0" sz="1650" spc="30">
                <a:solidFill>
                  <a:srgbClr val="18956B"/>
                </a:solidFill>
                <a:latin typeface="Arial MT"/>
                <a:cs typeface="Arial MT"/>
              </a:rPr>
              <a:t>6</a:t>
            </a:r>
            <a:r>
              <a:rPr dirty="0" sz="1650">
                <a:solidFill>
                  <a:srgbClr val="18956B"/>
                </a:solidFill>
                <a:latin typeface="Arial MT"/>
                <a:cs typeface="Arial MT"/>
              </a:rPr>
              <a:t>	</a:t>
            </a:r>
            <a:r>
              <a:rPr dirty="0" sz="1650" spc="-300">
                <a:solidFill>
                  <a:srgbClr val="079360"/>
                </a:solidFill>
                <a:latin typeface="Arial MT"/>
                <a:cs typeface="Arial MT"/>
              </a:rPr>
              <a:t>R</a:t>
            </a:r>
            <a:r>
              <a:rPr dirty="0" sz="1650" spc="-180">
                <a:solidFill>
                  <a:srgbClr val="079360"/>
                </a:solidFill>
                <a:latin typeface="Arial MT"/>
                <a:cs typeface="Arial MT"/>
              </a:rPr>
              <a:t> </a:t>
            </a:r>
            <a:r>
              <a:rPr dirty="0" sz="1650" spc="-275">
                <a:solidFill>
                  <a:srgbClr val="00A064"/>
                </a:solidFill>
                <a:latin typeface="Arial MT"/>
                <a:cs typeface="Arial MT"/>
              </a:rPr>
              <a:t>E</a:t>
            </a:r>
            <a:r>
              <a:rPr dirty="0" sz="1650" spc="-105">
                <a:solidFill>
                  <a:srgbClr val="00A064"/>
                </a:solidFill>
                <a:latin typeface="Arial MT"/>
                <a:cs typeface="Arial MT"/>
              </a:rPr>
              <a:t> </a:t>
            </a:r>
            <a:r>
              <a:rPr dirty="0" sz="1650" spc="-100">
                <a:solidFill>
                  <a:srgbClr val="1F8E67"/>
                </a:solidFill>
                <a:latin typeface="Arial MT"/>
                <a:cs typeface="Arial MT"/>
              </a:rPr>
              <a:t>L</a:t>
            </a:r>
            <a:r>
              <a:rPr dirty="0" sz="1650" spc="-210">
                <a:solidFill>
                  <a:srgbClr val="1F8E67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FA066"/>
                </a:solidFill>
                <a:latin typeface="Arial MT"/>
                <a:cs typeface="Arial MT"/>
              </a:rPr>
              <a:t>IAB</a:t>
            </a:r>
            <a:r>
              <a:rPr dirty="0" sz="1650" spc="305">
                <a:solidFill>
                  <a:srgbClr val="2FA06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905E"/>
                </a:solidFill>
                <a:latin typeface="Arial MT"/>
                <a:cs typeface="Arial MT"/>
              </a:rPr>
              <a:t>I</a:t>
            </a:r>
            <a:r>
              <a:rPr dirty="0" sz="1650" spc="260">
                <a:solidFill>
                  <a:srgbClr val="24905E"/>
                </a:solidFill>
                <a:latin typeface="Arial MT"/>
                <a:cs typeface="Arial MT"/>
              </a:rPr>
              <a:t> </a:t>
            </a:r>
            <a:r>
              <a:rPr dirty="0" sz="1650" spc="75">
                <a:solidFill>
                  <a:srgbClr val="1C9762"/>
                </a:solidFill>
                <a:latin typeface="Arial MT"/>
                <a:cs typeface="Arial MT"/>
              </a:rPr>
              <a:t>L</a:t>
            </a:r>
            <a:r>
              <a:rPr dirty="0" sz="1650" spc="75">
                <a:solidFill>
                  <a:srgbClr val="428E60"/>
                </a:solidFill>
                <a:latin typeface="Arial MT"/>
                <a:cs typeface="Arial MT"/>
              </a:rPr>
              <a:t>I</a:t>
            </a:r>
            <a:r>
              <a:rPr dirty="0" sz="1650" spc="195">
                <a:solidFill>
                  <a:srgbClr val="428E6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238979"/>
                </a:solidFill>
                <a:latin typeface="Arial MT"/>
                <a:cs typeface="Arial MT"/>
              </a:rPr>
              <a:t>TY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4000">
                <a:solidFill>
                  <a:srgbClr val="0F0F0F"/>
                </a:solidFill>
                <a:latin typeface="Times New Roman"/>
                <a:cs typeface="Times New Roman"/>
              </a:rPr>
              <a:t>Built</a:t>
            </a:r>
            <a:r>
              <a:rPr dirty="0" sz="400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131313"/>
                </a:solidFill>
                <a:latin typeface="Times New Roman"/>
                <a:cs typeface="Times New Roman"/>
              </a:rPr>
              <a:t>to</a:t>
            </a:r>
            <a:r>
              <a:rPr dirty="0" sz="4000" spc="-18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4000" spc="60">
                <a:solidFill>
                  <a:srgbClr val="0C0C0C"/>
                </a:solidFill>
                <a:latin typeface="Times New Roman"/>
                <a:cs typeface="Times New Roman"/>
              </a:rPr>
              <a:t>stay</a:t>
            </a:r>
            <a:r>
              <a:rPr dirty="0" sz="4000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0F0F0F"/>
                </a:solidFill>
                <a:latin typeface="Times New Roman"/>
                <a:cs typeface="Times New Roman"/>
              </a:rPr>
              <a:t>useful</a:t>
            </a:r>
            <a:r>
              <a:rPr dirty="0" sz="400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0E0E0E"/>
                </a:solidFill>
                <a:latin typeface="Times New Roman"/>
                <a:cs typeface="Times New Roman"/>
              </a:rPr>
              <a:t>when</a:t>
            </a:r>
            <a:r>
              <a:rPr dirty="0" sz="4000" spc="-16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0F0F0F"/>
                </a:solidFill>
                <a:latin typeface="Times New Roman"/>
                <a:cs typeface="Times New Roman"/>
              </a:rPr>
              <a:t>AI</a:t>
            </a:r>
            <a:r>
              <a:rPr dirty="0" sz="4000" spc="-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0A0A0A"/>
                </a:solidFill>
                <a:latin typeface="Times New Roman"/>
                <a:cs typeface="Times New Roman"/>
              </a:rPr>
              <a:t>struggles</a:t>
            </a:r>
            <a:endParaRPr sz="4000">
              <a:latin typeface="Times New Roman"/>
              <a:cs typeface="Times New Roman"/>
            </a:endParaRPr>
          </a:p>
          <a:p>
            <a:pPr algn="ctr" marR="1872614">
              <a:lnSpc>
                <a:spcPct val="100000"/>
              </a:lnSpc>
              <a:spcBef>
                <a:spcPts val="610"/>
              </a:spcBef>
            </a:pPr>
            <a:r>
              <a:rPr dirty="0" sz="3100" spc="-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3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3766" y="10012784"/>
            <a:ext cx="1437129" cy="172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50561" y="10004931"/>
            <a:ext cx="2670075" cy="18062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80303" y="10004931"/>
            <a:ext cx="761756" cy="14135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93872" y="10012784"/>
            <a:ext cx="761756" cy="1727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02055" y="10444708"/>
            <a:ext cx="471189" cy="47118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06836" y="473541"/>
            <a:ext cx="13309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0985" indent="-248285">
              <a:lnSpc>
                <a:spcPct val="100000"/>
              </a:lnSpc>
              <a:spcBef>
                <a:spcPts val="125"/>
              </a:spcBef>
              <a:buClr>
                <a:srgbClr val="13935D"/>
              </a:buClr>
              <a:buChar char="•"/>
              <a:tabLst>
                <a:tab pos="260985" algn="l"/>
              </a:tabLst>
            </a:pPr>
            <a:r>
              <a:rPr dirty="0" sz="1650" spc="-110">
                <a:solidFill>
                  <a:srgbClr val="99ACB5"/>
                </a:solidFill>
                <a:latin typeface="Arial MT"/>
                <a:cs typeface="Arial MT"/>
              </a:rPr>
              <a:t>p</a:t>
            </a:r>
            <a:r>
              <a:rPr dirty="0" sz="1650" spc="-210">
                <a:solidFill>
                  <a:srgbClr val="99ACB5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E5E5E"/>
                </a:solidFill>
                <a:latin typeface="Arial MT"/>
                <a:cs typeface="Arial MT"/>
              </a:rPr>
              <a:t>tan</a:t>
            </a:r>
            <a:r>
              <a:rPr dirty="0" sz="1650" spc="195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1650" spc="-114">
                <a:solidFill>
                  <a:srgbClr val="72878A"/>
                </a:solidFill>
                <a:latin typeface="Arial MT"/>
                <a:cs typeface="Arial MT"/>
              </a:rPr>
              <a:t>g</a:t>
            </a:r>
            <a:r>
              <a:rPr dirty="0" sz="1650" spc="-285">
                <a:solidFill>
                  <a:srgbClr val="72878A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8EACB6"/>
                </a:solidFill>
                <a:latin typeface="Arial MT"/>
                <a:cs typeface="Arial MT"/>
              </a:rPr>
              <a:t>o</a:t>
            </a:r>
            <a:r>
              <a:rPr dirty="0" sz="1650" spc="30">
                <a:solidFill>
                  <a:srgbClr val="8EACB6"/>
                </a:solidFill>
                <a:latin typeface="Arial MT"/>
                <a:cs typeface="Arial MT"/>
              </a:rPr>
              <a:t>  </a:t>
            </a:r>
            <a:r>
              <a:rPr dirty="0" sz="1650" spc="-40">
                <a:solidFill>
                  <a:srgbClr val="5D5D5D"/>
                </a:solidFill>
                <a:latin typeface="Arial MT"/>
                <a:cs typeface="Arial MT"/>
              </a:rPr>
              <a:t>AI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8555" y="10525591"/>
            <a:ext cx="80835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86740" algn="l"/>
              </a:tabLst>
            </a:pPr>
            <a:r>
              <a:rPr dirty="0" sz="1650">
                <a:solidFill>
                  <a:srgbClr val="909090"/>
                </a:solidFill>
                <a:latin typeface="Arial MT"/>
                <a:cs typeface="Arial MT"/>
              </a:rPr>
              <a:t>17</a:t>
            </a:r>
            <a:r>
              <a:rPr dirty="0" sz="1650" spc="470">
                <a:solidFill>
                  <a:srgbClr val="909090"/>
                </a:solidFill>
                <a:latin typeface="Arial MT"/>
                <a:cs typeface="Arial MT"/>
              </a:rPr>
              <a:t> </a:t>
            </a:r>
            <a:r>
              <a:rPr dirty="0" sz="1650" spc="-60">
                <a:solidFill>
                  <a:srgbClr val="8C8C8C"/>
                </a:solidFill>
                <a:latin typeface="Arial MT"/>
                <a:cs typeface="Arial MT"/>
              </a:rPr>
              <a:t>/</a:t>
            </a:r>
            <a:r>
              <a:rPr dirty="0" sz="1650">
                <a:solidFill>
                  <a:srgbClr val="8C8C8C"/>
                </a:solidFill>
                <a:latin typeface="Arial MT"/>
                <a:cs typeface="Arial MT"/>
              </a:rPr>
              <a:t>	</a:t>
            </a:r>
            <a:r>
              <a:rPr dirty="0" sz="1650" spc="-75">
                <a:solidFill>
                  <a:srgbClr val="878787"/>
                </a:solidFill>
                <a:latin typeface="Arial MT"/>
                <a:cs typeface="Arial MT"/>
              </a:rPr>
              <a:t>22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489401" y="9920898"/>
            <a:ext cx="136017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114">
                <a:solidFill>
                  <a:srgbClr val="2A9A75"/>
                </a:solidFill>
                <a:latin typeface="Courier New"/>
                <a:cs typeface="Courier New"/>
              </a:rPr>
              <a:t>Cite</a:t>
            </a:r>
            <a:r>
              <a:rPr dirty="0" sz="1650" spc="-135">
                <a:solidFill>
                  <a:srgbClr val="2A9A75"/>
                </a:solidFill>
                <a:latin typeface="Courier New"/>
                <a:cs typeface="Courier New"/>
              </a:rPr>
              <a:t> </a:t>
            </a:r>
            <a:r>
              <a:rPr dirty="0" sz="1650" spc="-105">
                <a:solidFill>
                  <a:srgbClr val="28906E"/>
                </a:solidFill>
                <a:latin typeface="Courier New"/>
                <a:cs typeface="Courier New"/>
              </a:rPr>
              <a:t>sources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547249" y="489902"/>
            <a:ext cx="140589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95">
                <a:solidFill>
                  <a:srgbClr val="919191"/>
                </a:solidFill>
                <a:latin typeface="Arial MT"/>
                <a:cs typeface="Arial MT"/>
              </a:rPr>
              <a:t>RE</a:t>
            </a:r>
            <a:r>
              <a:rPr dirty="0" sz="1550" spc="-185">
                <a:solidFill>
                  <a:srgbClr val="919191"/>
                </a:solidFill>
                <a:latin typeface="Arial MT"/>
                <a:cs typeface="Arial MT"/>
              </a:rPr>
              <a:t> </a:t>
            </a:r>
            <a:r>
              <a:rPr dirty="0" sz="1550" spc="-130">
                <a:solidFill>
                  <a:srgbClr val="939393"/>
                </a:solidFill>
                <a:latin typeface="Arial MT"/>
                <a:cs typeface="Arial MT"/>
              </a:rPr>
              <a:t>L</a:t>
            </a:r>
            <a:r>
              <a:rPr dirty="0" sz="1550" spc="-160">
                <a:solidFill>
                  <a:srgbClr val="93939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919191"/>
                </a:solidFill>
                <a:latin typeface="Arial MT"/>
                <a:cs typeface="Arial MT"/>
              </a:rPr>
              <a:t>I</a:t>
            </a:r>
            <a:r>
              <a:rPr dirty="0" sz="1550" spc="95">
                <a:solidFill>
                  <a:srgbClr val="919191"/>
                </a:solidFill>
                <a:latin typeface="Arial MT"/>
                <a:cs typeface="Arial MT"/>
              </a:rPr>
              <a:t> </a:t>
            </a:r>
            <a:r>
              <a:rPr dirty="0" sz="1550" spc="-260">
                <a:solidFill>
                  <a:srgbClr val="9A9A9A"/>
                </a:solidFill>
                <a:latin typeface="Arial MT"/>
                <a:cs typeface="Arial MT"/>
              </a:rPr>
              <a:t>A</a:t>
            </a:r>
            <a:r>
              <a:rPr dirty="0" sz="1550" spc="-220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1550" spc="-305">
                <a:solidFill>
                  <a:srgbClr val="979797"/>
                </a:solidFill>
                <a:latin typeface="Arial MT"/>
                <a:cs typeface="Arial MT"/>
              </a:rPr>
              <a:t>B</a:t>
            </a:r>
            <a:r>
              <a:rPr dirty="0" sz="1550" spc="-215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8E8E8E"/>
                </a:solidFill>
                <a:latin typeface="Arial MT"/>
                <a:cs typeface="Arial MT"/>
              </a:rPr>
              <a:t>I</a:t>
            </a:r>
            <a:r>
              <a:rPr dirty="0" sz="1550" spc="295">
                <a:solidFill>
                  <a:srgbClr val="8E8E8E"/>
                </a:solidFill>
                <a:latin typeface="Arial MT"/>
                <a:cs typeface="Arial MT"/>
              </a:rPr>
              <a:t> </a:t>
            </a:r>
            <a:r>
              <a:rPr dirty="0" sz="1550" spc="-130">
                <a:solidFill>
                  <a:srgbClr val="959595"/>
                </a:solidFill>
                <a:latin typeface="Arial MT"/>
                <a:cs typeface="Arial MT"/>
              </a:rPr>
              <a:t>L</a:t>
            </a:r>
            <a:r>
              <a:rPr dirty="0" sz="1550" spc="-225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8E8E8E"/>
                </a:solidFill>
                <a:latin typeface="Arial MT"/>
                <a:cs typeface="Arial MT"/>
              </a:rPr>
              <a:t>I</a:t>
            </a:r>
            <a:r>
              <a:rPr dirty="0" sz="1550" spc="195">
                <a:solidFill>
                  <a:srgbClr val="8E8E8E"/>
                </a:solidFill>
                <a:latin typeface="Arial MT"/>
                <a:cs typeface="Arial MT"/>
              </a:rPr>
              <a:t> </a:t>
            </a:r>
            <a:r>
              <a:rPr dirty="0" sz="1550" spc="-180">
                <a:solidFill>
                  <a:srgbClr val="959595"/>
                </a:solidFill>
                <a:latin typeface="Arial MT"/>
                <a:cs typeface="Arial MT"/>
              </a:rPr>
              <a:t>T</a:t>
            </a:r>
            <a:r>
              <a:rPr dirty="0" sz="1550" spc="-135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1550" spc="-425">
                <a:solidFill>
                  <a:srgbClr val="909090"/>
                </a:solidFill>
                <a:latin typeface="Arial MT"/>
                <a:cs typeface="Arial MT"/>
              </a:rPr>
              <a:t>Y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12219940" cy="0"/>
          </a:xfrm>
          <a:custGeom>
            <a:avLst/>
            <a:gdLst/>
            <a:ahLst/>
            <a:cxnLst/>
            <a:rect l="l" t="t" r="r" b="b"/>
            <a:pathLst>
              <a:path w="12219940" h="0">
                <a:moveTo>
                  <a:pt x="0" y="0"/>
                </a:moveTo>
                <a:lnTo>
                  <a:pt x="12219524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855" y="565427"/>
            <a:ext cx="1327184" cy="1806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03771" y="4531275"/>
            <a:ext cx="235594" cy="2120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7751" y="4507716"/>
            <a:ext cx="282713" cy="2513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72540" y="4515569"/>
            <a:ext cx="235594" cy="2355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02055" y="10444708"/>
            <a:ext cx="471189" cy="4711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17751" y="7146379"/>
            <a:ext cx="282713" cy="29842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8913" y="1400869"/>
            <a:ext cx="444436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  <a:tab pos="734695" algn="l"/>
                <a:tab pos="2322830" algn="l"/>
                <a:tab pos="2594610" algn="l"/>
                <a:tab pos="2890520" algn="l"/>
              </a:tabLst>
            </a:pPr>
            <a:r>
              <a:rPr dirty="0" sz="1550" spc="65">
                <a:solidFill>
                  <a:srgbClr val="34A87C"/>
                </a:solidFill>
                <a:latin typeface="Times New Roman"/>
                <a:cs typeface="Times New Roman"/>
              </a:rPr>
              <a:t>0</a:t>
            </a:r>
            <a:r>
              <a:rPr dirty="0" sz="1550" spc="-85">
                <a:solidFill>
                  <a:srgbClr val="34A87C"/>
                </a:solidFill>
                <a:latin typeface="Times New Roman"/>
                <a:cs typeface="Times New Roman"/>
              </a:rPr>
              <a:t> </a:t>
            </a:r>
            <a:r>
              <a:rPr dirty="0" sz="1550" spc="15">
                <a:solidFill>
                  <a:srgbClr val="4DAA7E"/>
                </a:solidFill>
                <a:latin typeface="Times New Roman"/>
                <a:cs typeface="Times New Roman"/>
              </a:rPr>
              <a:t>5</a:t>
            </a:r>
            <a:r>
              <a:rPr dirty="0" sz="1550">
                <a:solidFill>
                  <a:srgbClr val="4DAA7E"/>
                </a:solidFill>
                <a:latin typeface="Times New Roman"/>
                <a:cs typeface="Times New Roman"/>
              </a:rPr>
              <a:t>	</a:t>
            </a:r>
            <a:r>
              <a:rPr dirty="0" sz="1550" spc="50">
                <a:solidFill>
                  <a:srgbClr val="348C66"/>
                </a:solidFill>
                <a:latin typeface="Times New Roman"/>
                <a:cs typeface="Times New Roman"/>
              </a:rPr>
              <a:t>-</a:t>
            </a:r>
            <a:r>
              <a:rPr dirty="0" sz="1550">
                <a:solidFill>
                  <a:srgbClr val="348C66"/>
                </a:solidFill>
                <a:latin typeface="Times New Roman"/>
                <a:cs typeface="Times New Roman"/>
              </a:rPr>
              <a:t>	</a:t>
            </a:r>
            <a:r>
              <a:rPr dirty="0" sz="1550" spc="65">
                <a:solidFill>
                  <a:srgbClr val="21916E"/>
                </a:solidFill>
                <a:latin typeface="Times New Roman"/>
                <a:cs typeface="Times New Roman"/>
              </a:rPr>
              <a:t>0</a:t>
            </a:r>
            <a:r>
              <a:rPr dirty="0" sz="1550" spc="-90">
                <a:solidFill>
                  <a:srgbClr val="21916E"/>
                </a:solidFill>
                <a:latin typeface="Times New Roman"/>
                <a:cs typeface="Times New Roman"/>
              </a:rPr>
              <a:t> </a:t>
            </a:r>
            <a:r>
              <a:rPr dirty="0" sz="1550" spc="-140">
                <a:solidFill>
                  <a:srgbClr val="249079"/>
                </a:solidFill>
                <a:latin typeface="Times New Roman"/>
                <a:cs typeface="Times New Roman"/>
              </a:rPr>
              <a:t>P</a:t>
            </a:r>
            <a:r>
              <a:rPr dirty="0" sz="1550" spc="-90">
                <a:solidFill>
                  <a:srgbClr val="249079"/>
                </a:solidFill>
                <a:latin typeface="Times New Roman"/>
                <a:cs typeface="Times New Roman"/>
              </a:rPr>
              <a:t> </a:t>
            </a:r>
            <a:r>
              <a:rPr dirty="0" sz="1550" spc="-95">
                <a:solidFill>
                  <a:srgbClr val="369C8E"/>
                </a:solidFill>
                <a:latin typeface="Times New Roman"/>
                <a:cs typeface="Times New Roman"/>
              </a:rPr>
              <a:t>T</a:t>
            </a:r>
            <a:r>
              <a:rPr dirty="0" sz="1550" spc="-75">
                <a:solidFill>
                  <a:srgbClr val="369C8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69067"/>
                </a:solidFill>
                <a:latin typeface="Times New Roman"/>
                <a:cs typeface="Times New Roman"/>
              </a:rPr>
              <a:t>I</a:t>
            </a:r>
            <a:r>
              <a:rPr dirty="0" sz="1550" spc="175">
                <a:solidFill>
                  <a:srgbClr val="569067"/>
                </a:solidFill>
                <a:latin typeface="Times New Roman"/>
                <a:cs typeface="Times New Roman"/>
              </a:rPr>
              <a:t> </a:t>
            </a:r>
            <a:r>
              <a:rPr dirty="0" sz="1550" spc="-90">
                <a:solidFill>
                  <a:srgbClr val="16A569"/>
                </a:solidFill>
                <a:latin typeface="Times New Roman"/>
                <a:cs typeface="Times New Roman"/>
              </a:rPr>
              <a:t>II</a:t>
            </a:r>
            <a:r>
              <a:rPr dirty="0" sz="1550" spc="-10">
                <a:solidFill>
                  <a:srgbClr val="16A569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2D895D"/>
                </a:solidFill>
                <a:latin typeface="Times New Roman"/>
                <a:cs typeface="Times New Roman"/>
              </a:rPr>
              <a:t>I</a:t>
            </a:r>
            <a:r>
              <a:rPr dirty="0" sz="1550" spc="295">
                <a:solidFill>
                  <a:srgbClr val="2D895D"/>
                </a:solidFill>
                <a:latin typeface="Times New Roman"/>
                <a:cs typeface="Times New Roman"/>
              </a:rPr>
              <a:t> </a:t>
            </a:r>
            <a:r>
              <a:rPr dirty="0" sz="1550" spc="-190">
                <a:solidFill>
                  <a:srgbClr val="239059"/>
                </a:solidFill>
                <a:latin typeface="Times New Roman"/>
                <a:cs typeface="Times New Roman"/>
              </a:rPr>
              <a:t>Z</a:t>
            </a:r>
            <a:r>
              <a:rPr dirty="0" sz="1550" spc="-105">
                <a:solidFill>
                  <a:srgbClr val="239059"/>
                </a:solidFill>
                <a:latin typeface="Times New Roman"/>
                <a:cs typeface="Times New Roman"/>
              </a:rPr>
              <a:t> </a:t>
            </a:r>
            <a:r>
              <a:rPr dirty="0" sz="1550" spc="-260">
                <a:solidFill>
                  <a:srgbClr val="1D8E5D"/>
                </a:solidFill>
                <a:latin typeface="Times New Roman"/>
                <a:cs typeface="Times New Roman"/>
              </a:rPr>
              <a:t>A</a:t>
            </a:r>
            <a:r>
              <a:rPr dirty="0" sz="1550" spc="-120">
                <a:solidFill>
                  <a:srgbClr val="1D8E5D"/>
                </a:solidFill>
                <a:latin typeface="Times New Roman"/>
                <a:cs typeface="Times New Roman"/>
              </a:rPr>
              <a:t> </a:t>
            </a:r>
            <a:r>
              <a:rPr dirty="0" sz="1550" spc="-170">
                <a:solidFill>
                  <a:srgbClr val="38A179"/>
                </a:solidFill>
                <a:latin typeface="Times New Roman"/>
                <a:cs typeface="Times New Roman"/>
              </a:rPr>
              <a:t>T</a:t>
            </a:r>
            <a:r>
              <a:rPr dirty="0" sz="1550" spc="-145">
                <a:solidFill>
                  <a:srgbClr val="38A179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428E60"/>
                </a:solidFill>
                <a:latin typeface="Times New Roman"/>
                <a:cs typeface="Times New Roman"/>
              </a:rPr>
              <a:t>10</a:t>
            </a:r>
            <a:r>
              <a:rPr dirty="0" sz="1550">
                <a:solidFill>
                  <a:srgbClr val="428E60"/>
                </a:solidFill>
                <a:latin typeface="Times New Roman"/>
                <a:cs typeface="Times New Roman"/>
              </a:rPr>
              <a:t>	</a:t>
            </a:r>
            <a:r>
              <a:rPr dirty="0" sz="1550" spc="-455">
                <a:solidFill>
                  <a:srgbClr val="0FAC7E"/>
                </a:solidFill>
                <a:latin typeface="Times New Roman"/>
                <a:cs typeface="Times New Roman"/>
              </a:rPr>
              <a:t>N</a:t>
            </a:r>
            <a:r>
              <a:rPr dirty="0" sz="1550">
                <a:solidFill>
                  <a:srgbClr val="0FAC7E"/>
                </a:solidFill>
                <a:latin typeface="Times New Roman"/>
                <a:cs typeface="Times New Roman"/>
              </a:rPr>
              <a:t>	</a:t>
            </a:r>
            <a:r>
              <a:rPr dirty="0" sz="1550" spc="-330">
                <a:solidFill>
                  <a:srgbClr val="34AC80"/>
                </a:solidFill>
                <a:latin typeface="Times New Roman"/>
                <a:cs typeface="Times New Roman"/>
              </a:rPr>
              <a:t>6</a:t>
            </a:r>
            <a:r>
              <a:rPr dirty="0" sz="1550">
                <a:solidFill>
                  <a:srgbClr val="34AC80"/>
                </a:solidFill>
                <a:latin typeface="Times New Roman"/>
                <a:cs typeface="Times New Roman"/>
              </a:rPr>
              <a:t>	</a:t>
            </a:r>
            <a:r>
              <a:rPr dirty="0" sz="1550" spc="-254">
                <a:solidFill>
                  <a:srgbClr val="269E87"/>
                </a:solidFill>
                <a:latin typeface="Times New Roman"/>
                <a:cs typeface="Times New Roman"/>
              </a:rPr>
              <a:t>R</a:t>
            </a:r>
            <a:r>
              <a:rPr dirty="0" sz="1550" spc="-25">
                <a:solidFill>
                  <a:srgbClr val="269E87"/>
                </a:solidFill>
                <a:latin typeface="Times New Roman"/>
                <a:cs typeface="Times New Roman"/>
              </a:rPr>
              <a:t> </a:t>
            </a:r>
            <a:r>
              <a:rPr dirty="0" sz="1550" spc="-245">
                <a:solidFill>
                  <a:srgbClr val="00A064"/>
                </a:solidFill>
                <a:latin typeface="Times New Roman"/>
                <a:cs typeface="Times New Roman"/>
              </a:rPr>
              <a:t>E</a:t>
            </a:r>
            <a:r>
              <a:rPr dirty="0" sz="1550" spc="70">
                <a:solidFill>
                  <a:srgbClr val="00A064"/>
                </a:solidFill>
                <a:latin typeface="Times New Roman"/>
                <a:cs typeface="Times New Roman"/>
              </a:rPr>
              <a:t> </a:t>
            </a:r>
            <a:r>
              <a:rPr dirty="0" sz="1550" spc="-254">
                <a:solidFill>
                  <a:srgbClr val="1F8E67"/>
                </a:solidFill>
                <a:latin typeface="Times New Roman"/>
                <a:cs typeface="Times New Roman"/>
              </a:rPr>
              <a:t>L</a:t>
            </a:r>
            <a:r>
              <a:rPr dirty="0" sz="1550" spc="5">
                <a:solidFill>
                  <a:srgbClr val="1F8E67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2FA066"/>
                </a:solidFill>
                <a:latin typeface="Times New Roman"/>
                <a:cs typeface="Times New Roman"/>
              </a:rPr>
              <a:t>I</a:t>
            </a:r>
            <a:r>
              <a:rPr dirty="0" sz="1550" spc="130">
                <a:solidFill>
                  <a:srgbClr val="2FA066"/>
                </a:solidFill>
                <a:latin typeface="Times New Roman"/>
                <a:cs typeface="Times New Roman"/>
              </a:rPr>
              <a:t> </a:t>
            </a:r>
            <a:r>
              <a:rPr dirty="0" sz="1550" spc="-330">
                <a:solidFill>
                  <a:srgbClr val="218E69"/>
                </a:solidFill>
                <a:latin typeface="Times New Roman"/>
                <a:cs typeface="Times New Roman"/>
              </a:rPr>
              <a:t>A</a:t>
            </a:r>
            <a:r>
              <a:rPr dirty="0" sz="1550" spc="-95">
                <a:solidFill>
                  <a:srgbClr val="218E69"/>
                </a:solidFill>
                <a:latin typeface="Times New Roman"/>
                <a:cs typeface="Times New Roman"/>
              </a:rPr>
              <a:t> </a:t>
            </a:r>
            <a:r>
              <a:rPr dirty="0" sz="1550" spc="-175">
                <a:solidFill>
                  <a:srgbClr val="0C9A64"/>
                </a:solidFill>
                <a:latin typeface="Times New Roman"/>
                <a:cs typeface="Times New Roman"/>
              </a:rPr>
              <a:t>B</a:t>
            </a:r>
            <a:r>
              <a:rPr dirty="0" sz="1550" spc="-105">
                <a:solidFill>
                  <a:srgbClr val="0C9A64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1AA74"/>
                </a:solidFill>
                <a:latin typeface="Times New Roman"/>
                <a:cs typeface="Times New Roman"/>
              </a:rPr>
              <a:t>I</a:t>
            </a:r>
            <a:r>
              <a:rPr dirty="0" sz="1550" spc="310">
                <a:solidFill>
                  <a:srgbClr val="31AA74"/>
                </a:solidFill>
                <a:latin typeface="Times New Roman"/>
                <a:cs typeface="Times New Roman"/>
              </a:rPr>
              <a:t> </a:t>
            </a:r>
            <a:r>
              <a:rPr dirty="0" sz="1550" spc="-190">
                <a:solidFill>
                  <a:srgbClr val="1C9762"/>
                </a:solidFill>
                <a:latin typeface="Times New Roman"/>
                <a:cs typeface="Times New Roman"/>
              </a:rPr>
              <a:t>L</a:t>
            </a:r>
            <a:r>
              <a:rPr dirty="0" sz="1550" spc="-60">
                <a:solidFill>
                  <a:srgbClr val="1C9762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28E60"/>
                </a:solidFill>
                <a:latin typeface="Times New Roman"/>
                <a:cs typeface="Times New Roman"/>
              </a:rPr>
              <a:t>I</a:t>
            </a:r>
            <a:r>
              <a:rPr dirty="0" sz="1550" spc="254">
                <a:solidFill>
                  <a:srgbClr val="428E60"/>
                </a:solidFill>
                <a:latin typeface="Times New Roman"/>
                <a:cs typeface="Times New Roman"/>
              </a:rPr>
              <a:t> </a:t>
            </a:r>
            <a:r>
              <a:rPr dirty="0" sz="1550" spc="-170">
                <a:solidFill>
                  <a:srgbClr val="238979"/>
                </a:solidFill>
                <a:latin typeface="Times New Roman"/>
                <a:cs typeface="Times New Roman"/>
              </a:rPr>
              <a:t>T</a:t>
            </a:r>
            <a:r>
              <a:rPr dirty="0" sz="1550" spc="-40">
                <a:solidFill>
                  <a:srgbClr val="238979"/>
                </a:solidFill>
                <a:latin typeface="Times New Roman"/>
                <a:cs typeface="Times New Roman"/>
              </a:rPr>
              <a:t> </a:t>
            </a:r>
            <a:r>
              <a:rPr dirty="0" sz="1550" spc="-380">
                <a:solidFill>
                  <a:srgbClr val="089767"/>
                </a:solidFill>
                <a:latin typeface="Times New Roman"/>
                <a:cs typeface="Times New Roman"/>
              </a:rPr>
              <a:t>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0E0E0E"/>
                </a:solidFill>
              </a:rPr>
              <a:t>Keeping</a:t>
            </a:r>
            <a:r>
              <a:rPr dirty="0" spc="-175">
                <a:solidFill>
                  <a:srgbClr val="0E0E0E"/>
                </a:solidFill>
              </a:rPr>
              <a:t> </a:t>
            </a:r>
            <a:r>
              <a:rPr dirty="0">
                <a:solidFill>
                  <a:srgbClr val="0F0F0F"/>
                </a:solidFill>
              </a:rPr>
              <a:t>AI</a:t>
            </a:r>
            <a:r>
              <a:rPr dirty="0" spc="-180">
                <a:solidFill>
                  <a:srgbClr val="0F0F0F"/>
                </a:solidFill>
              </a:rPr>
              <a:t> </a:t>
            </a:r>
            <a:r>
              <a:rPr dirty="0">
                <a:solidFill>
                  <a:srgbClr val="0E0E0E"/>
                </a:solidFill>
              </a:rPr>
              <a:t>focused</a:t>
            </a:r>
            <a:r>
              <a:rPr dirty="0" spc="105">
                <a:solidFill>
                  <a:srgbClr val="0E0E0E"/>
                </a:solidFill>
              </a:rPr>
              <a:t> </a:t>
            </a:r>
            <a:r>
              <a:rPr dirty="0" spc="130">
                <a:solidFill>
                  <a:srgbClr val="0E0E0E"/>
                </a:solidFill>
              </a:rPr>
              <a:t>and</a:t>
            </a:r>
            <a:r>
              <a:rPr dirty="0" spc="-10">
                <a:solidFill>
                  <a:srgbClr val="0E0E0E"/>
                </a:solidFill>
              </a:rPr>
              <a:t> </a:t>
            </a:r>
            <a:r>
              <a:rPr dirty="0" spc="-10">
                <a:solidFill>
                  <a:srgbClr val="0F0F0F"/>
                </a:solidFill>
              </a:rPr>
              <a:t>affordable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44035" y="4894055"/>
            <a:ext cx="4354195" cy="8515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900">
                <a:solidFill>
                  <a:srgbClr val="161616"/>
                </a:solidFill>
                <a:latin typeface="Times New Roman"/>
                <a:cs typeface="Times New Roman"/>
              </a:rPr>
              <a:t>Family</a:t>
            </a:r>
            <a:r>
              <a:rPr dirty="0" sz="1900" spc="36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900" spc="35">
                <a:solidFill>
                  <a:srgbClr val="0F0F0F"/>
                </a:solidFill>
                <a:latin typeface="Times New Roman"/>
                <a:cs typeface="Times New Roman"/>
              </a:rPr>
              <a:t>cap</a:t>
            </a:r>
            <a:endParaRPr sz="19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1040"/>
              </a:spcBef>
            </a:pPr>
            <a:r>
              <a:rPr dirty="0" sz="1550" spc="-45">
                <a:solidFill>
                  <a:srgbClr val="494949"/>
                </a:solidFill>
                <a:latin typeface="Arial MT"/>
                <a:cs typeface="Arial MT"/>
              </a:rPr>
              <a:t>Token</a:t>
            </a:r>
            <a:r>
              <a:rPr dirty="0" sz="1550" spc="-5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D4D4D"/>
                </a:solidFill>
                <a:latin typeface="Arial MT"/>
                <a:cs typeface="Arial MT"/>
              </a:rPr>
              <a:t>budget</a:t>
            </a:r>
            <a:r>
              <a:rPr dirty="0" sz="1550" spc="-2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capped</a:t>
            </a:r>
            <a:r>
              <a:rPr dirty="0" sz="1550" spc="-6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95959"/>
                </a:solidFill>
                <a:latin typeface="Arial MT"/>
                <a:cs typeface="Arial MT"/>
              </a:rPr>
              <a:t>per</a:t>
            </a:r>
            <a:r>
              <a:rPr dirty="0" sz="155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65656"/>
                </a:solidFill>
                <a:latin typeface="Arial MT"/>
                <a:cs typeface="Arial MT"/>
              </a:rPr>
              <a:t>household, </a:t>
            </a:r>
            <a:r>
              <a:rPr dirty="0" sz="1550">
                <a:solidFill>
                  <a:srgbClr val="5E5E5E"/>
                </a:solidFill>
                <a:latin typeface="Arial MT"/>
                <a:cs typeface="Arial MT"/>
              </a:rPr>
              <a:t>per</a:t>
            </a:r>
            <a:r>
              <a:rPr dirty="0" sz="1550" spc="-55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45454"/>
                </a:solidFill>
                <a:latin typeface="Arial MT"/>
                <a:cs typeface="Arial MT"/>
              </a:rPr>
              <a:t>request.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0557" y="7548424"/>
            <a:ext cx="4927600" cy="114998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900">
                <a:solidFill>
                  <a:srgbClr val="131313"/>
                </a:solidFill>
                <a:latin typeface="Times New Roman"/>
                <a:cs typeface="Times New Roman"/>
              </a:rPr>
              <a:t>Templates</a:t>
            </a:r>
            <a:r>
              <a:rPr dirty="0" sz="1900" spc="409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1900" spc="60">
                <a:solidFill>
                  <a:srgbClr val="0F0F0F"/>
                </a:solidFill>
                <a:latin typeface="Times New Roman"/>
                <a:cs typeface="Times New Roman"/>
              </a:rPr>
              <a:t>firsi</a:t>
            </a:r>
            <a:endParaRPr sz="1900">
              <a:latin typeface="Times New Roman"/>
              <a:cs typeface="Times New Roman"/>
            </a:endParaRPr>
          </a:p>
          <a:p>
            <a:pPr marL="21590" marR="5080" indent="-3810">
              <a:lnSpc>
                <a:spcPct val="126299"/>
              </a:lnSpc>
              <a:spcBef>
                <a:spcPts val="550"/>
              </a:spcBef>
            </a:pP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Common</a:t>
            </a:r>
            <a:r>
              <a:rPr dirty="0" sz="1550" spc="-5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asks</a:t>
            </a:r>
            <a:r>
              <a:rPr dirty="0" sz="1550" spc="-7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reuse</a:t>
            </a:r>
            <a:r>
              <a:rPr dirty="0" sz="1550" spc="-2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65656"/>
                </a:solidFill>
                <a:latin typeface="Arial MT"/>
                <a:cs typeface="Arial MT"/>
              </a:rPr>
              <a:t>approved</a:t>
            </a:r>
            <a:r>
              <a:rPr dirty="0" sz="1550" spc="2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45454"/>
                </a:solidFill>
                <a:latin typeface="Arial MT"/>
                <a:cs typeface="Arial MT"/>
              </a:rPr>
              <a:t>templates</a:t>
            </a:r>
            <a:r>
              <a:rPr dirty="0" sz="1550" spc="-2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instead</a:t>
            </a:r>
            <a:r>
              <a:rPr dirty="0" sz="1550" spc="-4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550" spc="-6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5B5B5B"/>
                </a:solidFill>
                <a:latin typeface="Arial MT"/>
                <a:cs typeface="Arial MT"/>
              </a:rPr>
              <a:t>new </a:t>
            </a:r>
            <a:r>
              <a:rPr dirty="0" sz="1550" spc="-10">
                <a:solidFill>
                  <a:srgbClr val="595959"/>
                </a:solidFill>
                <a:latin typeface="Arial MT"/>
                <a:cs typeface="Arial MT"/>
              </a:rPr>
              <a:t>generation.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9858" y="10541952"/>
            <a:ext cx="81978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878787"/>
                </a:solidFill>
                <a:latin typeface="Courier New"/>
                <a:cs typeface="Courier New"/>
              </a:rPr>
              <a:t>18</a:t>
            </a:r>
            <a:r>
              <a:rPr dirty="0" sz="1550" spc="-145">
                <a:solidFill>
                  <a:srgbClr val="878787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8C8C8C"/>
                </a:solidFill>
                <a:latin typeface="Courier New"/>
                <a:cs typeface="Courier New"/>
              </a:rPr>
              <a:t>/</a:t>
            </a:r>
            <a:r>
              <a:rPr dirty="0" sz="1550" spc="-80">
                <a:solidFill>
                  <a:srgbClr val="8C8C8C"/>
                </a:solidFill>
                <a:latin typeface="Courier New"/>
                <a:cs typeface="Courier New"/>
              </a:rPr>
              <a:t> </a:t>
            </a:r>
            <a:r>
              <a:rPr dirty="0" sz="1550" spc="-25">
                <a:solidFill>
                  <a:srgbClr val="878787"/>
                </a:solidFill>
                <a:latin typeface="Courier New"/>
                <a:cs typeface="Courier New"/>
              </a:rPr>
              <a:t>22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73650" y="4894055"/>
            <a:ext cx="3991610" cy="113474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900">
                <a:solidFill>
                  <a:srgbClr val="0C0C0C"/>
                </a:solidFill>
                <a:latin typeface="Cambria"/>
                <a:cs typeface="Cambria"/>
              </a:rPr>
              <a:t>Short</a:t>
            </a:r>
            <a:r>
              <a:rPr dirty="0" sz="1900" spc="15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1900" spc="-10">
                <a:solidFill>
                  <a:srgbClr val="0A0A0A"/>
                </a:solidFill>
                <a:latin typeface="Cambria"/>
                <a:cs typeface="Cambria"/>
              </a:rPr>
              <a:t>history</a:t>
            </a:r>
            <a:endParaRPr sz="1900">
              <a:latin typeface="Cambria"/>
              <a:cs typeface="Cambria"/>
            </a:endParaRPr>
          </a:p>
          <a:p>
            <a:pPr marL="19050" marR="5080" indent="-635">
              <a:lnSpc>
                <a:spcPct val="119700"/>
              </a:lnSpc>
              <a:spcBef>
                <a:spcPts val="670"/>
              </a:spcBef>
            </a:pPr>
            <a:r>
              <a:rPr dirty="0" sz="1550">
                <a:solidFill>
                  <a:srgbClr val="505050"/>
                </a:solidFill>
                <a:latin typeface="Times New Roman"/>
                <a:cs typeface="Times New Roman"/>
              </a:rPr>
              <a:t>Only</a:t>
            </a:r>
            <a:r>
              <a:rPr dirty="0" sz="1550" spc="275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545454"/>
                </a:solidFill>
                <a:latin typeface="Times New Roman"/>
                <a:cs typeface="Times New Roman"/>
              </a:rPr>
              <a:t>recent</a:t>
            </a:r>
            <a:r>
              <a:rPr dirty="0" sz="1550" spc="17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 spc="45">
                <a:solidFill>
                  <a:srgbClr val="545454"/>
                </a:solidFill>
                <a:latin typeface="Times New Roman"/>
                <a:cs typeface="Times New Roman"/>
              </a:rPr>
              <a:t>context</a:t>
            </a:r>
            <a:r>
              <a:rPr dirty="0" sz="1550" spc="22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D5D5D"/>
                </a:solidFill>
                <a:latin typeface="Times New Roman"/>
                <a:cs typeface="Times New Roman"/>
              </a:rPr>
              <a:t>is</a:t>
            </a:r>
            <a:r>
              <a:rPr dirty="0" sz="1550" spc="175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25252"/>
                </a:solidFill>
                <a:latin typeface="Times New Roman"/>
                <a:cs typeface="Times New Roman"/>
              </a:rPr>
              <a:t>replayed,</a:t>
            </a:r>
            <a:r>
              <a:rPr dirty="0" sz="1550" spc="38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75757"/>
                </a:solidFill>
                <a:latin typeface="Times New Roman"/>
                <a:cs typeface="Times New Roman"/>
              </a:rPr>
              <a:t>not</a:t>
            </a:r>
            <a:r>
              <a:rPr dirty="0" sz="1550" spc="114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65656"/>
                </a:solidFill>
                <a:latin typeface="Times New Roman"/>
                <a:cs typeface="Times New Roman"/>
              </a:rPr>
              <a:t>the</a:t>
            </a:r>
            <a:r>
              <a:rPr dirty="0" sz="1550" spc="36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545454"/>
                </a:solidFill>
                <a:latin typeface="Times New Roman"/>
                <a:cs typeface="Times New Roman"/>
              </a:rPr>
              <a:t>whole </a:t>
            </a:r>
            <a:r>
              <a:rPr dirty="0" sz="1550" spc="40">
                <a:solidFill>
                  <a:srgbClr val="525252"/>
                </a:solidFill>
                <a:latin typeface="Times New Roman"/>
                <a:cs typeface="Times New Roman"/>
              </a:rPr>
              <a:t>conversation.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71733" y="7548424"/>
            <a:ext cx="3616325" cy="8515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900">
                <a:solidFill>
                  <a:srgbClr val="0C0C0C"/>
                </a:solidFill>
                <a:latin typeface="Times New Roman"/>
                <a:cs typeface="Times New Roman"/>
              </a:rPr>
              <a:t>Simple</a:t>
            </a:r>
            <a:r>
              <a:rPr dirty="0" sz="1900" spc="1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900" spc="50">
                <a:solidFill>
                  <a:srgbClr val="0F0F0F"/>
                </a:solidFill>
                <a:latin typeface="Times New Roman"/>
                <a:cs typeface="Times New Roman"/>
              </a:rPr>
              <a:t>asks</a:t>
            </a:r>
            <a:r>
              <a:rPr dirty="0" sz="190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900" spc="50">
                <a:solidFill>
                  <a:srgbClr val="181818"/>
                </a:solidFill>
                <a:latin typeface="Times New Roman"/>
                <a:cs typeface="Times New Roman"/>
              </a:rPr>
              <a:t>siay</a:t>
            </a:r>
            <a:r>
              <a:rPr dirty="0" sz="1900" spc="3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simple</a:t>
            </a:r>
            <a:endParaRPr sz="19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1040"/>
              </a:spcBef>
            </a:pP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Easy</a:t>
            </a:r>
            <a:r>
              <a:rPr dirty="0" sz="1550" spc="2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45454"/>
                </a:solidFill>
                <a:latin typeface="Arial MT"/>
                <a:cs typeface="Arial MT"/>
              </a:rPr>
              <a:t>questions</a:t>
            </a:r>
            <a:r>
              <a:rPr dirty="0" sz="1550" spc="-2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skip</a:t>
            </a:r>
            <a:r>
              <a:rPr dirty="0" sz="1550" spc="-7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B5B5B"/>
                </a:solidFill>
                <a:latin typeface="Arial MT"/>
                <a:cs typeface="Arial MT"/>
              </a:rPr>
              <a:t>the</a:t>
            </a:r>
            <a:r>
              <a:rPr dirty="0" sz="1550" spc="-6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full</a:t>
            </a:r>
            <a:r>
              <a:rPr dirty="0" sz="1550" spc="-3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agent</a:t>
            </a:r>
            <a:r>
              <a:rPr dirty="0" sz="1550" spc="-1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25252"/>
                </a:solidFill>
                <a:latin typeface="Arial MT"/>
                <a:cs typeface="Arial MT"/>
              </a:rPr>
              <a:t>swarm.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08139" y="5107563"/>
            <a:ext cx="3996690" cy="638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170" b="1">
                <a:solidFill>
                  <a:srgbClr val="0F0F0F"/>
                </a:solidFill>
                <a:latin typeface="Times New Roman"/>
                <a:cs typeface="Times New Roman"/>
              </a:rPr>
              <a:t>Shoct</a:t>
            </a:r>
            <a:r>
              <a:rPr dirty="0" sz="1550" spc="11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550" spc="150" b="1">
                <a:solidFill>
                  <a:srgbClr val="080808"/>
                </a:solidFill>
                <a:latin typeface="Times New Roman"/>
                <a:cs typeface="Times New Roman"/>
              </a:rPr>
              <a:t>answers</a:t>
            </a:r>
            <a:endParaRPr sz="155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1110"/>
              </a:spcBef>
            </a:pPr>
            <a:r>
              <a:rPr dirty="0" sz="1550" spc="95">
                <a:solidFill>
                  <a:srgbClr val="545454"/>
                </a:solidFill>
                <a:latin typeface="Times New Roman"/>
                <a:cs typeface="Times New Roman"/>
              </a:rPr>
              <a:t>Responses</a:t>
            </a:r>
            <a:r>
              <a:rPr dirty="0" sz="1550" spc="17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 spc="60">
                <a:solidFill>
                  <a:srgbClr val="464646"/>
                </a:solidFill>
                <a:latin typeface="Times New Roman"/>
                <a:cs typeface="Times New Roman"/>
              </a:rPr>
              <a:t>sized</a:t>
            </a:r>
            <a:r>
              <a:rPr dirty="0" sz="1550" spc="215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B5B5B"/>
                </a:solidFill>
                <a:latin typeface="Times New Roman"/>
                <a:cs typeface="Times New Roman"/>
              </a:rPr>
              <a:t>to</a:t>
            </a:r>
            <a:r>
              <a:rPr dirty="0" sz="1550" spc="7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F4F4F"/>
                </a:solidFill>
                <a:latin typeface="Times New Roman"/>
                <a:cs typeface="Times New Roman"/>
              </a:rPr>
              <a:t>the</a:t>
            </a:r>
            <a:r>
              <a:rPr dirty="0" sz="1550" spc="33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550" spc="50">
                <a:solidFill>
                  <a:srgbClr val="4B4B4B"/>
                </a:solidFill>
                <a:latin typeface="Times New Roman"/>
                <a:cs typeface="Times New Roman"/>
              </a:rPr>
              <a:t>question,</a:t>
            </a:r>
            <a:r>
              <a:rPr dirty="0" sz="1550" spc="33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45454"/>
                </a:solidFill>
                <a:latin typeface="Times New Roman"/>
                <a:cs typeface="Times New Roman"/>
              </a:rPr>
              <a:t>not</a:t>
            </a:r>
            <a:r>
              <a:rPr dirty="0" sz="1550" spc="22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 spc="50">
                <a:solidFill>
                  <a:srgbClr val="4B4B4B"/>
                </a:solidFill>
                <a:latin typeface="Times New Roman"/>
                <a:cs typeface="Times New Roman"/>
              </a:rPr>
              <a:t>padded.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06498" y="7548424"/>
            <a:ext cx="4898390" cy="8515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900" spc="90">
                <a:solidFill>
                  <a:srgbClr val="011826"/>
                </a:solidFill>
                <a:latin typeface="Times New Roman"/>
                <a:cs typeface="Times New Roman"/>
              </a:rPr>
              <a:t>Fasi</a:t>
            </a:r>
            <a:r>
              <a:rPr dirty="0" sz="1900" spc="50">
                <a:solidFill>
                  <a:srgbClr val="011826"/>
                </a:solidFill>
                <a:latin typeface="Times New Roman"/>
                <a:cs typeface="Times New Roman"/>
              </a:rPr>
              <a:t> </a:t>
            </a:r>
            <a:r>
              <a:rPr dirty="0" sz="1900" spc="85">
                <a:solidFill>
                  <a:srgbClr val="0C0C0C"/>
                </a:solidFill>
                <a:latin typeface="Times New Roman"/>
                <a:cs typeface="Times New Roman"/>
              </a:rPr>
              <a:t>paniry</a:t>
            </a:r>
            <a:r>
              <a:rPr dirty="0" sz="1900" spc="1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900" spc="45">
                <a:latin typeface="Times New Roman"/>
                <a:cs typeface="Times New Roman"/>
              </a:rPr>
              <a:t>retrieval</a:t>
            </a:r>
            <a:endParaRPr sz="19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1040"/>
              </a:spcBef>
            </a:pPr>
            <a:r>
              <a:rPr dirty="0" sz="1550">
                <a:solidFill>
                  <a:srgbClr val="4D4D4D"/>
                </a:solidFill>
                <a:latin typeface="Times New Roman"/>
                <a:cs typeface="Times New Roman"/>
              </a:rPr>
              <a:t>Vector</a:t>
            </a:r>
            <a:r>
              <a:rPr dirty="0" sz="1550" spc="18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505050"/>
                </a:solidFill>
                <a:latin typeface="Times New Roman"/>
                <a:cs typeface="Times New Roman"/>
              </a:rPr>
              <a:t>search</a:t>
            </a:r>
            <a:r>
              <a:rPr dirty="0" sz="1550" spc="40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25252"/>
                </a:solidFill>
                <a:latin typeface="Times New Roman"/>
                <a:cs typeface="Times New Roman"/>
              </a:rPr>
              <a:t>narrows</a:t>
            </a:r>
            <a:r>
              <a:rPr dirty="0" sz="1550" spc="2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94949"/>
                </a:solidFill>
                <a:latin typeface="Times New Roman"/>
                <a:cs typeface="Times New Roman"/>
              </a:rPr>
              <a:t>context</a:t>
            </a:r>
            <a:r>
              <a:rPr dirty="0" sz="1550" spc="35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45454"/>
                </a:solidFill>
                <a:latin typeface="Times New Roman"/>
                <a:cs typeface="Times New Roman"/>
              </a:rPr>
              <a:t>before</a:t>
            </a:r>
            <a:r>
              <a:rPr dirty="0" sz="1550" spc="23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26262"/>
                </a:solidFill>
                <a:latin typeface="Times New Roman"/>
                <a:cs typeface="Times New Roman"/>
              </a:rPr>
              <a:t>it</a:t>
            </a:r>
            <a:r>
              <a:rPr dirty="0" sz="1550" spc="285">
                <a:solidFill>
                  <a:srgbClr val="626262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4D4D4D"/>
                </a:solidFill>
                <a:latin typeface="Times New Roman"/>
                <a:cs typeface="Times New Roman"/>
              </a:rPr>
              <a:t>reaches</a:t>
            </a:r>
            <a:r>
              <a:rPr dirty="0" sz="1550" spc="21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525252"/>
                </a:solidFill>
                <a:latin typeface="Times New Roman"/>
                <a:cs typeface="Times New Roman"/>
              </a:rPr>
              <a:t>Gemini.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559884" y="522624"/>
            <a:ext cx="1394460" cy="222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-170">
                <a:solidFill>
                  <a:srgbClr val="919191"/>
                </a:solidFill>
                <a:latin typeface="Times New Roman"/>
                <a:cs typeface="Times New Roman"/>
              </a:rPr>
              <a:t>R</a:t>
            </a:r>
            <a:r>
              <a:rPr dirty="0" sz="1250" spc="60">
                <a:solidFill>
                  <a:srgbClr val="919191"/>
                </a:solidFill>
                <a:latin typeface="Times New Roman"/>
                <a:cs typeface="Times New Roman"/>
              </a:rPr>
              <a:t> </a:t>
            </a:r>
            <a:r>
              <a:rPr dirty="0" sz="1250" spc="-114">
                <a:solidFill>
                  <a:srgbClr val="8CA09A"/>
                </a:solidFill>
                <a:latin typeface="Times New Roman"/>
                <a:cs typeface="Times New Roman"/>
              </a:rPr>
              <a:t>E</a:t>
            </a:r>
            <a:r>
              <a:rPr dirty="0" sz="1250" spc="20">
                <a:solidFill>
                  <a:srgbClr val="8CA09A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939393"/>
                </a:solidFill>
                <a:latin typeface="Times New Roman"/>
                <a:cs typeface="Times New Roman"/>
              </a:rPr>
              <a:t>L</a:t>
            </a:r>
            <a:r>
              <a:rPr dirty="0" sz="1250" spc="-50">
                <a:solidFill>
                  <a:srgbClr val="939393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919191"/>
                </a:solidFill>
                <a:latin typeface="Times New Roman"/>
                <a:cs typeface="Times New Roman"/>
              </a:rPr>
              <a:t>I</a:t>
            </a:r>
            <a:r>
              <a:rPr dirty="0" sz="1250" spc="245">
                <a:solidFill>
                  <a:srgbClr val="919191"/>
                </a:solidFill>
                <a:latin typeface="Times New Roman"/>
                <a:cs typeface="Times New Roman"/>
              </a:rPr>
              <a:t> </a:t>
            </a:r>
            <a:r>
              <a:rPr dirty="0" sz="1250" spc="-225">
                <a:solidFill>
                  <a:srgbClr val="93A79C"/>
                </a:solidFill>
                <a:latin typeface="Times New Roman"/>
                <a:cs typeface="Times New Roman"/>
              </a:rPr>
              <a:t>A</a:t>
            </a:r>
            <a:r>
              <a:rPr dirty="0" sz="1250" spc="45">
                <a:solidFill>
                  <a:srgbClr val="93A79C"/>
                </a:solidFill>
                <a:latin typeface="Times New Roman"/>
                <a:cs typeface="Times New Roman"/>
              </a:rPr>
              <a:t> </a:t>
            </a:r>
            <a:r>
              <a:rPr dirty="0" sz="1250" spc="-165">
                <a:solidFill>
                  <a:srgbClr val="A1A1A1"/>
                </a:solidFill>
                <a:latin typeface="Times New Roman"/>
                <a:cs typeface="Times New Roman"/>
              </a:rPr>
              <a:t>B</a:t>
            </a:r>
            <a:r>
              <a:rPr dirty="0" sz="1250" spc="-15">
                <a:solidFill>
                  <a:srgbClr val="A1A1A1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8E8E8E"/>
                </a:solidFill>
                <a:latin typeface="Times New Roman"/>
                <a:cs typeface="Times New Roman"/>
              </a:rPr>
              <a:t>I</a:t>
            </a:r>
            <a:r>
              <a:rPr dirty="0" sz="1250" spc="355">
                <a:solidFill>
                  <a:srgbClr val="8E8E8E"/>
                </a:solidFill>
                <a:latin typeface="Times New Roman"/>
                <a:cs typeface="Times New Roman"/>
              </a:rPr>
              <a:t> </a:t>
            </a:r>
            <a:r>
              <a:rPr dirty="0" sz="1250" spc="-130">
                <a:solidFill>
                  <a:srgbClr val="959595"/>
                </a:solidFill>
                <a:latin typeface="Times New Roman"/>
                <a:cs typeface="Times New Roman"/>
              </a:rPr>
              <a:t>L</a:t>
            </a:r>
            <a:r>
              <a:rPr dirty="0" sz="1250" spc="25">
                <a:solidFill>
                  <a:srgbClr val="959595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939393"/>
                </a:solidFill>
                <a:latin typeface="Times New Roman"/>
                <a:cs typeface="Times New Roman"/>
              </a:rPr>
              <a:t>I</a:t>
            </a:r>
            <a:r>
              <a:rPr dirty="0" sz="1250" spc="215">
                <a:solidFill>
                  <a:srgbClr val="939393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959595"/>
                </a:solidFill>
                <a:latin typeface="Times New Roman"/>
                <a:cs typeface="Times New Roman"/>
              </a:rPr>
              <a:t>T</a:t>
            </a:r>
            <a:r>
              <a:rPr dirty="0" sz="1250" spc="-55">
                <a:solidFill>
                  <a:srgbClr val="959595"/>
                </a:solidFill>
                <a:latin typeface="Times New Roman"/>
                <a:cs typeface="Times New Roman"/>
              </a:rPr>
              <a:t> </a:t>
            </a:r>
            <a:r>
              <a:rPr dirty="0" sz="1250" spc="-105">
                <a:solidFill>
                  <a:srgbClr val="909090"/>
                </a:solidFill>
                <a:latin typeface="Times New Roman"/>
                <a:cs typeface="Times New Roman"/>
              </a:rPr>
              <a:t>Y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7361" y="10668523"/>
            <a:ext cx="12942570" cy="0"/>
          </a:xfrm>
          <a:custGeom>
            <a:avLst/>
            <a:gdLst/>
            <a:ahLst/>
            <a:cxnLst/>
            <a:rect l="l" t="t" r="r" b="b"/>
            <a:pathLst>
              <a:path w="12942569" h="0">
                <a:moveTo>
                  <a:pt x="0" y="0"/>
                </a:moveTo>
                <a:lnTo>
                  <a:pt x="12942015" y="0"/>
                </a:lnTo>
              </a:path>
            </a:pathLst>
          </a:custGeom>
          <a:ln w="39265">
            <a:solidFill>
              <a:srgbClr val="1397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59675" y="565427"/>
            <a:ext cx="1397863" cy="1570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855" y="557574"/>
            <a:ext cx="1350744" cy="2041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6561" y="10601771"/>
            <a:ext cx="785316" cy="1884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33275" y="7146379"/>
            <a:ext cx="314126" cy="2827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80211" y="7146379"/>
            <a:ext cx="282713" cy="28271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486347" y="10429002"/>
            <a:ext cx="486896" cy="4947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6766" y="1400869"/>
            <a:ext cx="442976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7990" algn="l"/>
                <a:tab pos="727075" algn="l"/>
                <a:tab pos="2588260" algn="l"/>
                <a:tab pos="2890520" algn="l"/>
              </a:tabLst>
            </a:pPr>
            <a:r>
              <a:rPr dirty="0" sz="1550">
                <a:solidFill>
                  <a:srgbClr val="42B882"/>
                </a:solidFill>
                <a:latin typeface="Times New Roman"/>
                <a:cs typeface="Times New Roman"/>
              </a:rPr>
              <a:t>0</a:t>
            </a:r>
            <a:r>
              <a:rPr dirty="0" sz="1550" spc="-75">
                <a:solidFill>
                  <a:srgbClr val="42B882"/>
                </a:solidFill>
                <a:latin typeface="Times New Roman"/>
                <a:cs typeface="Times New Roman"/>
              </a:rPr>
              <a:t> </a:t>
            </a:r>
            <a:r>
              <a:rPr dirty="0" sz="1550" spc="-50">
                <a:solidFill>
                  <a:srgbClr val="1A835B"/>
                </a:solidFill>
                <a:latin typeface="Times New Roman"/>
                <a:cs typeface="Times New Roman"/>
              </a:rPr>
              <a:t>5</a:t>
            </a:r>
            <a:r>
              <a:rPr dirty="0" sz="1550">
                <a:solidFill>
                  <a:srgbClr val="1A835B"/>
                </a:solidFill>
                <a:latin typeface="Times New Roman"/>
                <a:cs typeface="Times New Roman"/>
              </a:rPr>
              <a:t>	</a:t>
            </a:r>
            <a:r>
              <a:rPr dirty="0" sz="1550">
                <a:solidFill>
                  <a:srgbClr val="2D8E66"/>
                </a:solidFill>
                <a:latin typeface="Times New Roman"/>
                <a:cs typeface="Times New Roman"/>
              </a:rPr>
              <a:t>-	</a:t>
            </a:r>
            <a:r>
              <a:rPr dirty="0" sz="1550" spc="65">
                <a:solidFill>
                  <a:srgbClr val="21916E"/>
                </a:solidFill>
                <a:latin typeface="Times New Roman"/>
                <a:cs typeface="Times New Roman"/>
              </a:rPr>
              <a:t>0</a:t>
            </a:r>
            <a:r>
              <a:rPr dirty="0" sz="1550" spc="-100">
                <a:solidFill>
                  <a:srgbClr val="21916E"/>
                </a:solidFill>
                <a:latin typeface="Times New Roman"/>
                <a:cs typeface="Times New Roman"/>
              </a:rPr>
              <a:t> </a:t>
            </a:r>
            <a:r>
              <a:rPr dirty="0" sz="1550" spc="-140">
                <a:solidFill>
                  <a:srgbClr val="249079"/>
                </a:solidFill>
                <a:latin typeface="Times New Roman"/>
                <a:cs typeface="Times New Roman"/>
              </a:rPr>
              <a:t>P</a:t>
            </a:r>
            <a:r>
              <a:rPr dirty="0" sz="1550" spc="-90">
                <a:solidFill>
                  <a:srgbClr val="249079"/>
                </a:solidFill>
                <a:latin typeface="Times New Roman"/>
                <a:cs typeface="Times New Roman"/>
              </a:rPr>
              <a:t> </a:t>
            </a:r>
            <a:r>
              <a:rPr dirty="0" sz="1550" spc="-170">
                <a:solidFill>
                  <a:srgbClr val="369C8E"/>
                </a:solidFill>
                <a:latin typeface="Times New Roman"/>
                <a:cs typeface="Times New Roman"/>
              </a:rPr>
              <a:t>T</a:t>
            </a:r>
            <a:r>
              <a:rPr dirty="0" sz="1550" spc="60">
                <a:solidFill>
                  <a:srgbClr val="369C8E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B8C5E"/>
                </a:solidFill>
                <a:latin typeface="Times New Roman"/>
                <a:cs typeface="Times New Roman"/>
              </a:rPr>
              <a:t>I</a:t>
            </a:r>
            <a:r>
              <a:rPr dirty="0" sz="1550" spc="50">
                <a:solidFill>
                  <a:srgbClr val="3B8C5E"/>
                </a:solidFill>
                <a:latin typeface="Times New Roman"/>
                <a:cs typeface="Times New Roman"/>
              </a:rPr>
              <a:t> </a:t>
            </a:r>
            <a:r>
              <a:rPr dirty="0" sz="1550" spc="-650">
                <a:solidFill>
                  <a:srgbClr val="169A75"/>
                </a:solidFill>
                <a:latin typeface="Times New Roman"/>
                <a:cs typeface="Times New Roman"/>
              </a:rPr>
              <a:t>M</a:t>
            </a:r>
            <a:r>
              <a:rPr dirty="0" sz="1550" spc="30">
                <a:solidFill>
                  <a:srgbClr val="169A75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2D895D"/>
                </a:solidFill>
                <a:latin typeface="Times New Roman"/>
                <a:cs typeface="Times New Roman"/>
              </a:rPr>
              <a:t>I</a:t>
            </a:r>
            <a:r>
              <a:rPr dirty="0" sz="1550" spc="385">
                <a:solidFill>
                  <a:srgbClr val="2D895D"/>
                </a:solidFill>
                <a:latin typeface="Times New Roman"/>
                <a:cs typeface="Times New Roman"/>
              </a:rPr>
              <a:t> </a:t>
            </a:r>
            <a:r>
              <a:rPr dirty="0" sz="1550" spc="-190">
                <a:solidFill>
                  <a:srgbClr val="239059"/>
                </a:solidFill>
                <a:latin typeface="Times New Roman"/>
                <a:cs typeface="Times New Roman"/>
              </a:rPr>
              <a:t>Z</a:t>
            </a:r>
            <a:r>
              <a:rPr dirty="0" sz="1550" spc="-105">
                <a:solidFill>
                  <a:srgbClr val="239059"/>
                </a:solidFill>
                <a:latin typeface="Times New Roman"/>
                <a:cs typeface="Times New Roman"/>
              </a:rPr>
              <a:t> </a:t>
            </a:r>
            <a:r>
              <a:rPr dirty="0" sz="1550" spc="-330">
                <a:solidFill>
                  <a:srgbClr val="248E6D"/>
                </a:solidFill>
                <a:latin typeface="Times New Roman"/>
                <a:cs typeface="Times New Roman"/>
              </a:rPr>
              <a:t>A</a:t>
            </a:r>
            <a:r>
              <a:rPr dirty="0" sz="1550" spc="-55">
                <a:solidFill>
                  <a:srgbClr val="248E6D"/>
                </a:solidFill>
                <a:latin typeface="Times New Roman"/>
                <a:cs typeface="Times New Roman"/>
              </a:rPr>
              <a:t> </a:t>
            </a:r>
            <a:r>
              <a:rPr dirty="0" sz="1550" spc="-170">
                <a:solidFill>
                  <a:srgbClr val="369E90"/>
                </a:solidFill>
                <a:latin typeface="Times New Roman"/>
                <a:cs typeface="Times New Roman"/>
              </a:rPr>
              <a:t>T</a:t>
            </a:r>
            <a:r>
              <a:rPr dirty="0" sz="1550" spc="-145">
                <a:solidFill>
                  <a:srgbClr val="369E90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28E60"/>
                </a:solidFill>
                <a:latin typeface="Times New Roman"/>
                <a:cs typeface="Times New Roman"/>
              </a:rPr>
              <a:t>1</a:t>
            </a:r>
            <a:r>
              <a:rPr dirty="0" sz="1550" spc="150">
                <a:solidFill>
                  <a:srgbClr val="428E60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89E6B"/>
                </a:solidFill>
                <a:latin typeface="Times New Roman"/>
                <a:cs typeface="Times New Roman"/>
              </a:rPr>
              <a:t>0</a:t>
            </a:r>
            <a:r>
              <a:rPr dirty="0" sz="1550" spc="-15">
                <a:solidFill>
                  <a:srgbClr val="189E6B"/>
                </a:solidFill>
                <a:latin typeface="Times New Roman"/>
                <a:cs typeface="Times New Roman"/>
              </a:rPr>
              <a:t> </a:t>
            </a:r>
            <a:r>
              <a:rPr dirty="0" sz="1550" spc="-455">
                <a:solidFill>
                  <a:srgbClr val="1F9170"/>
                </a:solidFill>
                <a:latin typeface="Times New Roman"/>
                <a:cs typeface="Times New Roman"/>
              </a:rPr>
              <a:t>N</a:t>
            </a:r>
            <a:r>
              <a:rPr dirty="0" sz="1550">
                <a:solidFill>
                  <a:srgbClr val="1F9170"/>
                </a:solidFill>
                <a:latin typeface="Times New Roman"/>
                <a:cs typeface="Times New Roman"/>
              </a:rPr>
              <a:t>	</a:t>
            </a:r>
            <a:r>
              <a:rPr dirty="0" sz="1550" spc="-400">
                <a:solidFill>
                  <a:srgbClr val="0A8E5B"/>
                </a:solidFill>
                <a:latin typeface="Times New Roman"/>
                <a:cs typeface="Times New Roman"/>
              </a:rPr>
              <a:t>&amp;</a:t>
            </a:r>
            <a:r>
              <a:rPr dirty="0" sz="1550">
                <a:solidFill>
                  <a:srgbClr val="0A8E5B"/>
                </a:solidFill>
                <a:latin typeface="Times New Roman"/>
                <a:cs typeface="Times New Roman"/>
              </a:rPr>
              <a:t>	</a:t>
            </a:r>
            <a:r>
              <a:rPr dirty="0" sz="1550" spc="-315">
                <a:solidFill>
                  <a:srgbClr val="269E87"/>
                </a:solidFill>
                <a:latin typeface="Times New Roman"/>
                <a:cs typeface="Times New Roman"/>
              </a:rPr>
              <a:t>R</a:t>
            </a:r>
            <a:r>
              <a:rPr dirty="0" sz="1550" spc="-15">
                <a:solidFill>
                  <a:srgbClr val="269E87"/>
                </a:solidFill>
                <a:latin typeface="Times New Roman"/>
                <a:cs typeface="Times New Roman"/>
              </a:rPr>
              <a:t> </a:t>
            </a:r>
            <a:r>
              <a:rPr dirty="0" sz="1550" spc="-245">
                <a:solidFill>
                  <a:srgbClr val="00A064"/>
                </a:solidFill>
                <a:latin typeface="Times New Roman"/>
                <a:cs typeface="Times New Roman"/>
              </a:rPr>
              <a:t>E</a:t>
            </a:r>
            <a:r>
              <a:rPr dirty="0" sz="1550" spc="70">
                <a:solidFill>
                  <a:srgbClr val="00A064"/>
                </a:solidFill>
                <a:latin typeface="Times New Roman"/>
                <a:cs typeface="Times New Roman"/>
              </a:rPr>
              <a:t> </a:t>
            </a:r>
            <a:r>
              <a:rPr dirty="0" sz="1550" spc="-254">
                <a:solidFill>
                  <a:srgbClr val="1F8E67"/>
                </a:solidFill>
                <a:latin typeface="Times New Roman"/>
                <a:cs typeface="Times New Roman"/>
              </a:rPr>
              <a:t>L</a:t>
            </a:r>
            <a:r>
              <a:rPr dirty="0" sz="1550" spc="5">
                <a:solidFill>
                  <a:srgbClr val="1F8E67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2FA066"/>
                </a:solidFill>
                <a:latin typeface="Times New Roman"/>
                <a:cs typeface="Times New Roman"/>
              </a:rPr>
              <a:t>I</a:t>
            </a:r>
            <a:r>
              <a:rPr dirty="0" sz="1550" spc="55">
                <a:solidFill>
                  <a:srgbClr val="2FA066"/>
                </a:solidFill>
                <a:latin typeface="Times New Roman"/>
                <a:cs typeface="Times New Roman"/>
              </a:rPr>
              <a:t> </a:t>
            </a:r>
            <a:r>
              <a:rPr dirty="0" sz="1550" spc="-330">
                <a:solidFill>
                  <a:srgbClr val="218E69"/>
                </a:solidFill>
                <a:latin typeface="Times New Roman"/>
                <a:cs typeface="Times New Roman"/>
              </a:rPr>
              <a:t>A</a:t>
            </a:r>
            <a:r>
              <a:rPr dirty="0" sz="1550" spc="-30">
                <a:solidFill>
                  <a:srgbClr val="218E69"/>
                </a:solidFill>
                <a:latin typeface="Times New Roman"/>
                <a:cs typeface="Times New Roman"/>
              </a:rPr>
              <a:t> </a:t>
            </a:r>
            <a:r>
              <a:rPr dirty="0" sz="1550" spc="-235">
                <a:solidFill>
                  <a:srgbClr val="0C9A64"/>
                </a:solidFill>
                <a:latin typeface="Times New Roman"/>
                <a:cs typeface="Times New Roman"/>
              </a:rPr>
              <a:t>B</a:t>
            </a:r>
            <a:r>
              <a:rPr dirty="0" sz="1550" spc="-40">
                <a:solidFill>
                  <a:srgbClr val="0C9A64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1AA74"/>
                </a:solidFill>
                <a:latin typeface="Times New Roman"/>
                <a:cs typeface="Times New Roman"/>
              </a:rPr>
              <a:t>I</a:t>
            </a:r>
            <a:r>
              <a:rPr dirty="0" sz="1550" spc="325">
                <a:solidFill>
                  <a:srgbClr val="31AA74"/>
                </a:solidFill>
                <a:latin typeface="Times New Roman"/>
                <a:cs typeface="Times New Roman"/>
              </a:rPr>
              <a:t> </a:t>
            </a:r>
            <a:r>
              <a:rPr dirty="0" sz="1550" spc="-315">
                <a:solidFill>
                  <a:srgbClr val="11956B"/>
                </a:solidFill>
                <a:latin typeface="Times New Roman"/>
                <a:cs typeface="Times New Roman"/>
              </a:rPr>
              <a:t>L</a:t>
            </a:r>
            <a:r>
              <a:rPr dirty="0" sz="1550" spc="10">
                <a:solidFill>
                  <a:srgbClr val="11956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28E60"/>
                </a:solidFill>
                <a:latin typeface="Times New Roman"/>
                <a:cs typeface="Times New Roman"/>
              </a:rPr>
              <a:t>I</a:t>
            </a:r>
            <a:r>
              <a:rPr dirty="0" sz="1550" spc="305">
                <a:solidFill>
                  <a:srgbClr val="428E60"/>
                </a:solidFill>
                <a:latin typeface="Times New Roman"/>
                <a:cs typeface="Times New Roman"/>
              </a:rPr>
              <a:t> </a:t>
            </a:r>
            <a:r>
              <a:rPr dirty="0" sz="1550" spc="-170">
                <a:solidFill>
                  <a:srgbClr val="238979"/>
                </a:solidFill>
                <a:latin typeface="Times New Roman"/>
                <a:cs typeface="Times New Roman"/>
              </a:rPr>
              <a:t>T</a:t>
            </a:r>
            <a:r>
              <a:rPr dirty="0" sz="1550" spc="-40">
                <a:solidFill>
                  <a:srgbClr val="238979"/>
                </a:solidFill>
                <a:latin typeface="Times New Roman"/>
                <a:cs typeface="Times New Roman"/>
              </a:rPr>
              <a:t> </a:t>
            </a:r>
            <a:r>
              <a:rPr dirty="0" sz="1550" spc="-434">
                <a:solidFill>
                  <a:srgbClr val="26A585"/>
                </a:solidFill>
                <a:latin typeface="Times New Roman"/>
                <a:cs typeface="Times New Roman"/>
              </a:rPr>
              <a:t>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451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</a:pPr>
            <a:r>
              <a:rPr dirty="0" sz="3850" spc="70"/>
              <a:t>Keeping</a:t>
            </a:r>
            <a:r>
              <a:rPr dirty="0" sz="3850" spc="210"/>
              <a:t> </a:t>
            </a:r>
            <a:r>
              <a:rPr dirty="0" sz="3850" spc="100">
                <a:solidFill>
                  <a:srgbClr val="0C0C0C"/>
                </a:solidFill>
              </a:rPr>
              <a:t>answers</a:t>
            </a:r>
            <a:r>
              <a:rPr dirty="0" sz="3850" spc="200">
                <a:solidFill>
                  <a:srgbClr val="0C0C0C"/>
                </a:solidFill>
              </a:rPr>
              <a:t> </a:t>
            </a:r>
            <a:r>
              <a:rPr dirty="0" sz="3850" spc="50">
                <a:solidFill>
                  <a:srgbClr val="0E0E0E"/>
                </a:solidFill>
              </a:rPr>
              <a:t>honest</a:t>
            </a:r>
            <a:endParaRPr sz="3850"/>
          </a:p>
        </p:txBody>
      </p:sp>
      <p:sp>
        <p:nvSpPr>
          <p:cNvPr id="11" name="object 11"/>
          <p:cNvSpPr txBox="1"/>
          <p:nvPr/>
        </p:nvSpPr>
        <p:spPr>
          <a:xfrm>
            <a:off x="1449896" y="4941173"/>
            <a:ext cx="4671695" cy="8515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425"/>
              </a:spcBef>
            </a:pPr>
            <a:r>
              <a:rPr dirty="0" sz="1900">
                <a:solidFill>
                  <a:srgbClr val="131313"/>
                </a:solidFill>
                <a:latin typeface="Times New Roman"/>
                <a:cs typeface="Times New Roman"/>
              </a:rPr>
              <a:t>No</a:t>
            </a:r>
            <a:r>
              <a:rPr dirty="0" sz="1900" spc="14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F0F0F"/>
                </a:solidFill>
                <a:latin typeface="Times New Roman"/>
                <a:cs typeface="Times New Roman"/>
              </a:rPr>
              <a:t>invented</a:t>
            </a:r>
            <a:r>
              <a:rPr dirty="0" sz="190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F0F0F"/>
                </a:solidFill>
                <a:latin typeface="Times New Roman"/>
                <a:cs typeface="Times New Roman"/>
              </a:rPr>
              <a:t>family</a:t>
            </a:r>
            <a:r>
              <a:rPr dirty="0" sz="1900" spc="3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900" spc="50">
                <a:solidFill>
                  <a:srgbClr val="111111"/>
                </a:solidFill>
                <a:latin typeface="Times New Roman"/>
                <a:cs typeface="Times New Roman"/>
              </a:rPr>
              <a:t>members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550" spc="5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dirty="0" sz="1550" spc="24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45454"/>
                </a:solidFill>
                <a:latin typeface="Times New Roman"/>
                <a:cs typeface="Times New Roman"/>
              </a:rPr>
              <a:t>plan</a:t>
            </a:r>
            <a:r>
              <a:rPr dirty="0" sz="1550" spc="254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65656"/>
                </a:solidFill>
                <a:latin typeface="Times New Roman"/>
                <a:cs typeface="Times New Roman"/>
              </a:rPr>
              <a:t>only</a:t>
            </a:r>
            <a:r>
              <a:rPr dirty="0" sz="1550" spc="22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45454"/>
                </a:solidFill>
                <a:latin typeface="Times New Roman"/>
                <a:cs typeface="Times New Roman"/>
              </a:rPr>
              <a:t>knows</a:t>
            </a:r>
            <a:r>
              <a:rPr dirty="0" sz="1550" spc="13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F4F4F"/>
                </a:solidFill>
                <a:latin typeface="Times New Roman"/>
                <a:cs typeface="Times New Roman"/>
              </a:rPr>
              <a:t>who</a:t>
            </a:r>
            <a:r>
              <a:rPr dirty="0" sz="1550" spc="165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D4D4D"/>
                </a:solidFill>
                <a:latin typeface="Times New Roman"/>
                <a:cs typeface="Times New Roman"/>
              </a:rPr>
              <a:t>you've</a:t>
            </a:r>
            <a:r>
              <a:rPr dirty="0" sz="1550" spc="17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45454"/>
                </a:solidFill>
                <a:latin typeface="Times New Roman"/>
                <a:cs typeface="Times New Roman"/>
              </a:rPr>
              <a:t>actually</a:t>
            </a:r>
            <a:r>
              <a:rPr dirty="0" sz="1550" spc="21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B4B4B"/>
                </a:solidFill>
                <a:latin typeface="Times New Roman"/>
                <a:cs typeface="Times New Roman"/>
              </a:rPr>
              <a:t>told</a:t>
            </a:r>
            <a:r>
              <a:rPr dirty="0" sz="1550" spc="32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550" spc="-30">
                <a:solidFill>
                  <a:srgbClr val="5D5D5D"/>
                </a:solidFill>
                <a:latin typeface="Times New Roman"/>
                <a:cs typeface="Times New Roman"/>
              </a:rPr>
              <a:t>it</a:t>
            </a:r>
            <a:r>
              <a:rPr dirty="0" sz="1550" spc="16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525252"/>
                </a:solidFill>
                <a:latin typeface="Times New Roman"/>
                <a:cs typeface="Times New Roman"/>
              </a:rPr>
              <a:t>about.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0929" y="7548424"/>
            <a:ext cx="4475480" cy="8515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900">
                <a:solidFill>
                  <a:srgbClr val="0F0F0F"/>
                </a:solidFill>
                <a:latin typeface="Times New Roman"/>
                <a:cs typeface="Times New Roman"/>
              </a:rPr>
              <a:t>Local-friendly</a:t>
            </a:r>
            <a:r>
              <a:rPr dirty="0" sz="1900" spc="95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900" spc="-10">
                <a:latin typeface="Times New Roman"/>
                <a:cs typeface="Times New Roman"/>
              </a:rPr>
              <a:t>recipes</a:t>
            </a:r>
            <a:endParaRPr sz="19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1040"/>
              </a:spcBef>
            </a:pPr>
            <a:r>
              <a:rPr dirty="0" sz="1550">
                <a:solidFill>
                  <a:srgbClr val="4B4B4B"/>
                </a:solidFill>
                <a:latin typeface="Arial MT"/>
                <a:cs typeface="Arial MT"/>
              </a:rPr>
              <a:t>Ideas</a:t>
            </a:r>
            <a:r>
              <a:rPr dirty="0" sz="1550" spc="-5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built</a:t>
            </a:r>
            <a:r>
              <a:rPr dirty="0" sz="1550" spc="-8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B4B4B"/>
                </a:solidFill>
                <a:latin typeface="Arial MT"/>
                <a:cs typeface="Arial MT"/>
              </a:rPr>
              <a:t>around</a:t>
            </a:r>
            <a:r>
              <a:rPr dirty="0" sz="1550" spc="-3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4D4D4D"/>
                </a:solidFill>
                <a:latin typeface="Arial MT"/>
                <a:cs typeface="Arial MT"/>
              </a:rPr>
              <a:t>ingredients</a:t>
            </a:r>
            <a:r>
              <a:rPr dirty="0" sz="1550" spc="4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you</a:t>
            </a:r>
            <a:r>
              <a:rPr dirty="0" sz="1550" spc="-2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can</a:t>
            </a:r>
            <a:r>
              <a:rPr dirty="0" sz="1550" spc="-5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4F4F4F"/>
                </a:solidFill>
                <a:latin typeface="Arial MT"/>
                <a:cs typeface="Arial MT"/>
              </a:rPr>
              <a:t>actually </a:t>
            </a:r>
            <a:r>
              <a:rPr dirty="0" sz="1550" spc="-10">
                <a:solidFill>
                  <a:srgbClr val="5E5E5E"/>
                </a:solidFill>
                <a:latin typeface="Arial MT"/>
                <a:cs typeface="Arial MT"/>
              </a:rPr>
              <a:t>find.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86105" y="4941173"/>
            <a:ext cx="4614545" cy="8515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900">
                <a:latin typeface="Times New Roman"/>
                <a:cs typeface="Times New Roman"/>
              </a:rPr>
              <a:t>Only</a:t>
            </a:r>
            <a:r>
              <a:rPr dirty="0" sz="1900" spc="140">
                <a:latin typeface="Times New Roman"/>
                <a:cs typeface="Times New Roman"/>
              </a:rPr>
              <a:t> </a:t>
            </a:r>
            <a:r>
              <a:rPr dirty="0" sz="1900" spc="60">
                <a:latin typeface="Times New Roman"/>
                <a:cs typeface="Times New Roman"/>
              </a:rPr>
              <a:t>approved</a:t>
            </a:r>
            <a:r>
              <a:rPr dirty="0" sz="1900" spc="270"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111111"/>
                </a:solidFill>
                <a:latin typeface="Times New Roman"/>
                <a:cs typeface="Times New Roman"/>
              </a:rPr>
              <a:t>meals</a:t>
            </a:r>
            <a:r>
              <a:rPr dirty="0" sz="190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080808"/>
                </a:solidFill>
                <a:latin typeface="Times New Roman"/>
                <a:cs typeface="Times New Roman"/>
              </a:rPr>
              <a:t>recommended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550" spc="-20">
                <a:solidFill>
                  <a:srgbClr val="545454"/>
                </a:solidFill>
                <a:latin typeface="Arial MT"/>
                <a:cs typeface="Arial MT"/>
              </a:rPr>
              <a:t>Suggestions</a:t>
            </a:r>
            <a:r>
              <a:rPr dirty="0" sz="1550" spc="8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75757"/>
                </a:solidFill>
                <a:latin typeface="Arial MT"/>
                <a:cs typeface="Arial MT"/>
              </a:rPr>
              <a:t>are</a:t>
            </a:r>
            <a:r>
              <a:rPr dirty="0" sz="1550" spc="-2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4F4F4F"/>
                </a:solidFill>
                <a:latin typeface="Arial MT"/>
                <a:cs typeface="Arial MT"/>
              </a:rPr>
              <a:t>checked</a:t>
            </a:r>
            <a:r>
              <a:rPr dirty="0" sz="1550" spc="-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4D4D4D"/>
                </a:solidFill>
                <a:latin typeface="Arial MT"/>
                <a:cs typeface="Arial MT"/>
              </a:rPr>
              <a:t>against</a:t>
            </a:r>
            <a:r>
              <a:rPr dirty="0" sz="1550" spc="4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a</a:t>
            </a:r>
            <a:r>
              <a:rPr dirty="0" sz="1550" spc="-10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65656"/>
                </a:solidFill>
                <a:latin typeface="Arial MT"/>
                <a:cs typeface="Arial MT"/>
              </a:rPr>
              <a:t>vetted</a:t>
            </a:r>
            <a:r>
              <a:rPr dirty="0" sz="1550" spc="-1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4B4B4B"/>
                </a:solidFill>
                <a:latin typeface="Arial MT"/>
                <a:cs typeface="Arial MT"/>
              </a:rPr>
              <a:t>recipe</a:t>
            </a:r>
            <a:r>
              <a:rPr dirty="0" sz="1550" spc="-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545454"/>
                </a:solidFill>
                <a:latin typeface="Arial MT"/>
                <a:cs typeface="Arial MT"/>
              </a:rPr>
              <a:t>set.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73650" y="7571929"/>
            <a:ext cx="4340225" cy="82804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800">
                <a:solidFill>
                  <a:srgbClr val="111111"/>
                </a:solidFill>
                <a:latin typeface="Cambria"/>
                <a:cs typeface="Cambria"/>
              </a:rPr>
              <a:t>Diet</a:t>
            </a:r>
            <a:r>
              <a:rPr dirty="0" sz="1800" spc="23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0E0E0E"/>
                </a:solidFill>
                <a:latin typeface="Cambria"/>
                <a:cs typeface="Cambria"/>
              </a:rPr>
              <a:t>rules</a:t>
            </a:r>
            <a:r>
              <a:rPr dirty="0" sz="1800" spc="19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0A0A0A"/>
                </a:solidFill>
                <a:latin typeface="Cambria"/>
                <a:cs typeface="Cambria"/>
              </a:rPr>
              <a:t>before</a:t>
            </a:r>
            <a:r>
              <a:rPr dirty="0" sz="1800" spc="125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181818"/>
                </a:solidFill>
                <a:latin typeface="Cambria"/>
                <a:cs typeface="Cambria"/>
              </a:rPr>
              <a:t>AI</a:t>
            </a:r>
            <a:r>
              <a:rPr dirty="0" sz="1800" spc="80">
                <a:solidFill>
                  <a:srgbClr val="181818"/>
                </a:solidFill>
                <a:latin typeface="Cambria"/>
                <a:cs typeface="Cambria"/>
              </a:rPr>
              <a:t>  </a:t>
            </a:r>
            <a:r>
              <a:rPr dirty="0" sz="1800" spc="-10">
                <a:solidFill>
                  <a:srgbClr val="0E0E0E"/>
                </a:solidFill>
                <a:latin typeface="Cambria"/>
                <a:cs typeface="Cambria"/>
              </a:rPr>
              <a:t>wording</a:t>
            </a:r>
            <a:endParaRPr sz="1800">
              <a:latin typeface="Cambria"/>
              <a:cs typeface="Cambria"/>
            </a:endParaRPr>
          </a:p>
          <a:p>
            <a:pPr marL="21590">
              <a:lnSpc>
                <a:spcPct val="100000"/>
              </a:lnSpc>
              <a:spcBef>
                <a:spcPts val="1060"/>
              </a:spcBef>
            </a:pPr>
            <a:r>
              <a:rPr dirty="0" sz="1550">
                <a:solidFill>
                  <a:srgbClr val="505050"/>
                </a:solidFill>
                <a:latin typeface="Times New Roman"/>
                <a:cs typeface="Times New Roman"/>
              </a:rPr>
              <a:t>Safety</a:t>
            </a:r>
            <a:r>
              <a:rPr dirty="0" sz="1550" spc="16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550" spc="65">
                <a:solidFill>
                  <a:srgbClr val="595959"/>
                </a:solidFill>
                <a:latin typeface="Times New Roman"/>
                <a:cs typeface="Times New Roman"/>
              </a:rPr>
              <a:t>checks</a:t>
            </a:r>
            <a:r>
              <a:rPr dirty="0" sz="1550" spc="25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B5B5B"/>
                </a:solidFill>
                <a:latin typeface="Times New Roman"/>
                <a:cs typeface="Times New Roman"/>
              </a:rPr>
              <a:t>run</a:t>
            </a:r>
            <a:r>
              <a:rPr dirty="0" sz="1550" spc="155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45454"/>
                </a:solidFill>
                <a:latin typeface="Times New Roman"/>
                <a:cs typeface="Times New Roman"/>
              </a:rPr>
              <a:t>first;</a:t>
            </a:r>
            <a:r>
              <a:rPr dirty="0" sz="1550" spc="5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 spc="-80">
                <a:solidFill>
                  <a:srgbClr val="5B5B5B"/>
                </a:solidFill>
                <a:latin typeface="Times New Roman"/>
                <a:cs typeface="Times New Roman"/>
              </a:rPr>
              <a:t>AI</a:t>
            </a:r>
            <a:r>
              <a:rPr dirty="0" sz="1550" spc="195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25252"/>
                </a:solidFill>
                <a:latin typeface="Times New Roman"/>
                <a:cs typeface="Times New Roman"/>
              </a:rPr>
              <a:t>only</a:t>
            </a:r>
            <a:r>
              <a:rPr dirty="0" sz="1550" spc="17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565656"/>
                </a:solidFill>
                <a:latin typeface="Times New Roman"/>
                <a:cs typeface="Times New Roman"/>
              </a:rPr>
              <a:t>e</a:t>
            </a:r>
            <a:r>
              <a:rPr dirty="0" sz="1550" spc="-16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65656"/>
                </a:solidFill>
                <a:latin typeface="Times New Roman"/>
                <a:cs typeface="Times New Roman"/>
              </a:rPr>
              <a:t>xplains</a:t>
            </a:r>
            <a:r>
              <a:rPr dirty="0" sz="1550" spc="17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575757"/>
                </a:solidFill>
                <a:latin typeface="Times New Roman"/>
                <a:cs typeface="Times New Roman"/>
              </a:rPr>
              <a:t>the</a:t>
            </a:r>
            <a:r>
              <a:rPr dirty="0" sz="1550" spc="21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545454"/>
                </a:solidFill>
                <a:latin typeface="Times New Roman"/>
                <a:cs typeface="Times New Roman"/>
              </a:rPr>
              <a:t>result.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10722" y="4941173"/>
            <a:ext cx="4675505" cy="8515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425"/>
              </a:spcBef>
            </a:pPr>
            <a:r>
              <a:rPr dirty="0" sz="1900" spc="60">
                <a:solidFill>
                  <a:srgbClr val="0A0A0A"/>
                </a:solidFill>
                <a:latin typeface="Times New Roman"/>
                <a:cs typeface="Times New Roman"/>
              </a:rPr>
              <a:t>Map-</a:t>
            </a:r>
            <a:r>
              <a:rPr dirty="0" sz="1900" spc="50">
                <a:solidFill>
                  <a:srgbClr val="0A0A0A"/>
                </a:solidFill>
                <a:latin typeface="Times New Roman"/>
                <a:cs typeface="Times New Roman"/>
              </a:rPr>
              <a:t>grounded</a:t>
            </a:r>
            <a:r>
              <a:rPr dirty="0" sz="1900" spc="434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070707"/>
                </a:solidFill>
                <a:latin typeface="Times New Roman"/>
                <a:cs typeface="Times New Roman"/>
              </a:rPr>
              <a:t>dine-</a:t>
            </a:r>
            <a:r>
              <a:rPr dirty="0" sz="1900" spc="-25">
                <a:solidFill>
                  <a:srgbClr val="070707"/>
                </a:solidFill>
                <a:latin typeface="Times New Roman"/>
                <a:cs typeface="Times New Roman"/>
              </a:rPr>
              <a:t>out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550" spc="-10">
                <a:solidFill>
                  <a:srgbClr val="4D4D4D"/>
                </a:solidFill>
                <a:latin typeface="Arial MT"/>
                <a:cs typeface="Arial MT"/>
              </a:rPr>
              <a:t>Restaurant</a:t>
            </a:r>
            <a:r>
              <a:rPr dirty="0" sz="1550" spc="-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picks</a:t>
            </a:r>
            <a:r>
              <a:rPr dirty="0" sz="1550" spc="-1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75757"/>
                </a:solidFill>
                <a:latin typeface="Arial MT"/>
                <a:cs typeface="Arial MT"/>
              </a:rPr>
              <a:t>come</a:t>
            </a:r>
            <a:r>
              <a:rPr dirty="0" sz="1550" spc="1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dirty="0" sz="1550" spc="-9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real</a:t>
            </a:r>
            <a:r>
              <a:rPr dirty="0" sz="1550" spc="-5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95959"/>
                </a:solidFill>
                <a:latin typeface="Arial MT"/>
                <a:cs typeface="Arial MT"/>
              </a:rPr>
              <a:t>places,</a:t>
            </a:r>
            <a:r>
              <a:rPr dirty="0" sz="155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not</a:t>
            </a:r>
            <a:r>
              <a:rPr dirty="0" sz="1550" spc="-4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45454"/>
                </a:solidFill>
                <a:latin typeface="Arial MT"/>
                <a:cs typeface="Arial MT"/>
              </a:rPr>
              <a:t>guesses.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13629" y="7571929"/>
            <a:ext cx="4301490" cy="82804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800">
                <a:solidFill>
                  <a:srgbClr val="0F0F0F"/>
                </a:solidFill>
                <a:latin typeface="Cambria"/>
                <a:cs typeface="Cambria"/>
              </a:rPr>
              <a:t>Sources</a:t>
            </a:r>
            <a:r>
              <a:rPr dirty="0" sz="1800" spc="35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1800" spc="-10">
                <a:solidFill>
                  <a:srgbClr val="0F0F0F"/>
                </a:solidFill>
                <a:latin typeface="Cambria"/>
                <a:cs typeface="Cambria"/>
              </a:rPr>
              <a:t>shown</a:t>
            </a:r>
            <a:endParaRPr sz="1800">
              <a:latin typeface="Cambria"/>
              <a:cs typeface="Cambria"/>
            </a:endParaRPr>
          </a:p>
          <a:p>
            <a:pPr marL="20955">
              <a:lnSpc>
                <a:spcPct val="100000"/>
              </a:lnSpc>
              <a:spcBef>
                <a:spcPts val="1060"/>
              </a:spcBef>
            </a:pPr>
            <a:r>
              <a:rPr dirty="0" sz="1550">
                <a:solidFill>
                  <a:srgbClr val="4F4F4F"/>
                </a:solidFill>
                <a:latin typeface="Times New Roman"/>
                <a:cs typeface="Times New Roman"/>
              </a:rPr>
              <a:t>Every</a:t>
            </a:r>
            <a:r>
              <a:rPr dirty="0" sz="1550" spc="295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05050"/>
                </a:solidFill>
                <a:latin typeface="Times New Roman"/>
                <a:cs typeface="Times New Roman"/>
              </a:rPr>
              <a:t>key</a:t>
            </a:r>
            <a:r>
              <a:rPr dirty="0" sz="1550" spc="15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95959"/>
                </a:solidFill>
                <a:latin typeface="Times New Roman"/>
                <a:cs typeface="Times New Roman"/>
              </a:rPr>
              <a:t>claim</a:t>
            </a:r>
            <a:r>
              <a:rPr dirty="0" sz="1550" spc="305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65656"/>
                </a:solidFill>
                <a:latin typeface="Times New Roman"/>
                <a:cs typeface="Times New Roman"/>
              </a:rPr>
              <a:t>links</a:t>
            </a:r>
            <a:r>
              <a:rPr dirty="0" sz="1550" spc="24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65656"/>
                </a:solidFill>
                <a:latin typeface="Times New Roman"/>
                <a:cs typeface="Times New Roman"/>
              </a:rPr>
              <a:t>back</a:t>
            </a:r>
            <a:r>
              <a:rPr dirty="0" sz="1550" spc="15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dirty="0" sz="1550" spc="125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75757"/>
                </a:solidFill>
                <a:latin typeface="Times New Roman"/>
                <a:cs typeface="Times New Roman"/>
              </a:rPr>
              <a:t>where</a:t>
            </a:r>
            <a:r>
              <a:rPr dirty="0" sz="1550" spc="204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575757"/>
                </a:solidFill>
                <a:latin typeface="Times New Roman"/>
                <a:cs typeface="Times New Roman"/>
              </a:rPr>
              <a:t>it</a:t>
            </a:r>
            <a:r>
              <a:rPr dirty="0" sz="1550" spc="9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595959"/>
                </a:solidFill>
                <a:latin typeface="Times New Roman"/>
                <a:cs typeface="Times New Roman"/>
              </a:rPr>
              <a:t>came</a:t>
            </a:r>
            <a:r>
              <a:rPr dirty="0" sz="1550" spc="195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575757"/>
                </a:solidFill>
                <a:latin typeface="Times New Roman"/>
                <a:cs typeface="Times New Roman"/>
              </a:rPr>
              <a:t>from.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0242" y="10664597"/>
            <a:ext cx="13695918" cy="78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59675" y="565427"/>
            <a:ext cx="1397863" cy="1570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3402" y="4586247"/>
            <a:ext cx="801022" cy="1570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855" y="557574"/>
            <a:ext cx="1350744" cy="2041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23331" y="4586247"/>
            <a:ext cx="2324536" cy="1570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8708" y="10609624"/>
            <a:ext cx="785316" cy="17276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502055" y="10444708"/>
            <a:ext cx="471189" cy="47118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1496" y="1400869"/>
            <a:ext cx="443293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0530" algn="l"/>
                <a:tab pos="727075" algn="l"/>
                <a:tab pos="2592070" algn="l"/>
                <a:tab pos="2887345" algn="l"/>
              </a:tabLst>
            </a:pPr>
            <a:r>
              <a:rPr dirty="0" sz="1550">
                <a:solidFill>
                  <a:srgbClr val="42B882"/>
                </a:solidFill>
                <a:latin typeface="Cambria"/>
                <a:cs typeface="Cambria"/>
              </a:rPr>
              <a:t>0</a:t>
            </a:r>
            <a:r>
              <a:rPr dirty="0" sz="1550" spc="-110">
                <a:solidFill>
                  <a:srgbClr val="42B882"/>
                </a:solidFill>
                <a:latin typeface="Cambria"/>
                <a:cs typeface="Cambria"/>
              </a:rPr>
              <a:t> </a:t>
            </a:r>
            <a:r>
              <a:rPr dirty="0" sz="1550" spc="-50">
                <a:solidFill>
                  <a:srgbClr val="1A835B"/>
                </a:solidFill>
                <a:latin typeface="Cambria"/>
                <a:cs typeface="Cambria"/>
              </a:rPr>
              <a:t>5</a:t>
            </a:r>
            <a:r>
              <a:rPr dirty="0" sz="1550">
                <a:solidFill>
                  <a:srgbClr val="1A835B"/>
                </a:solidFill>
                <a:latin typeface="Cambria"/>
                <a:cs typeface="Cambria"/>
              </a:rPr>
              <a:t>	</a:t>
            </a:r>
            <a:r>
              <a:rPr dirty="0" sz="1550">
                <a:solidFill>
                  <a:srgbClr val="2D8E66"/>
                </a:solidFill>
                <a:latin typeface="Cambria"/>
                <a:cs typeface="Cambria"/>
              </a:rPr>
              <a:t>-	</a:t>
            </a:r>
            <a:r>
              <a:rPr dirty="0" sz="1550" spc="75">
                <a:solidFill>
                  <a:srgbClr val="21916E"/>
                </a:solidFill>
                <a:latin typeface="Cambria"/>
                <a:cs typeface="Cambria"/>
              </a:rPr>
              <a:t>0</a:t>
            </a:r>
            <a:r>
              <a:rPr dirty="0" sz="1550" spc="-105">
                <a:solidFill>
                  <a:srgbClr val="21916E"/>
                </a:solidFill>
                <a:latin typeface="Cambria"/>
                <a:cs typeface="Cambria"/>
              </a:rPr>
              <a:t> </a:t>
            </a:r>
            <a:r>
              <a:rPr dirty="0" sz="1550" spc="-70">
                <a:solidFill>
                  <a:srgbClr val="249079"/>
                </a:solidFill>
                <a:latin typeface="Cambria"/>
                <a:cs typeface="Cambria"/>
              </a:rPr>
              <a:t>P</a:t>
            </a:r>
            <a:r>
              <a:rPr dirty="0" sz="1550" spc="-60">
                <a:solidFill>
                  <a:srgbClr val="249079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369C8E"/>
                </a:solidFill>
                <a:latin typeface="Cambria"/>
                <a:cs typeface="Cambria"/>
              </a:rPr>
              <a:t>T</a:t>
            </a:r>
            <a:r>
              <a:rPr dirty="0" sz="1550" spc="-85">
                <a:solidFill>
                  <a:srgbClr val="369C8E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3B8C5E"/>
                </a:solidFill>
                <a:latin typeface="Cambria"/>
                <a:cs typeface="Cambria"/>
              </a:rPr>
              <a:t>I</a:t>
            </a:r>
            <a:r>
              <a:rPr dirty="0" sz="1550" spc="165">
                <a:solidFill>
                  <a:srgbClr val="3B8C5E"/>
                </a:solidFill>
                <a:latin typeface="Cambria"/>
                <a:cs typeface="Cambria"/>
              </a:rPr>
              <a:t> </a:t>
            </a:r>
            <a:r>
              <a:rPr dirty="0" sz="1550" spc="-430">
                <a:solidFill>
                  <a:srgbClr val="169A75"/>
                </a:solidFill>
                <a:latin typeface="Cambria"/>
                <a:cs typeface="Cambria"/>
              </a:rPr>
              <a:t>M</a:t>
            </a:r>
            <a:r>
              <a:rPr dirty="0" sz="1550" spc="-15">
                <a:solidFill>
                  <a:srgbClr val="169A75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2D895D"/>
                </a:solidFill>
                <a:latin typeface="Cambria"/>
                <a:cs typeface="Cambria"/>
              </a:rPr>
              <a:t>I</a:t>
            </a:r>
            <a:r>
              <a:rPr dirty="0" sz="1550" spc="390">
                <a:solidFill>
                  <a:srgbClr val="2D895D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239059"/>
                </a:solidFill>
                <a:latin typeface="Cambria"/>
                <a:cs typeface="Cambria"/>
              </a:rPr>
              <a:t>Z</a:t>
            </a:r>
            <a:r>
              <a:rPr dirty="0" sz="1550" spc="-90">
                <a:solidFill>
                  <a:srgbClr val="239059"/>
                </a:solidFill>
                <a:latin typeface="Cambria"/>
                <a:cs typeface="Cambria"/>
              </a:rPr>
              <a:t> </a:t>
            </a:r>
            <a:r>
              <a:rPr dirty="0" sz="1550" spc="-170">
                <a:solidFill>
                  <a:srgbClr val="248E6D"/>
                </a:solidFill>
                <a:latin typeface="Cambria"/>
                <a:cs typeface="Cambria"/>
              </a:rPr>
              <a:t>A</a:t>
            </a:r>
            <a:r>
              <a:rPr dirty="0" sz="1550" spc="-15">
                <a:solidFill>
                  <a:srgbClr val="248E6D"/>
                </a:solidFill>
                <a:latin typeface="Cambria"/>
                <a:cs typeface="Cambria"/>
              </a:rPr>
              <a:t> </a:t>
            </a:r>
            <a:r>
              <a:rPr dirty="0" sz="1550" spc="-120">
                <a:solidFill>
                  <a:srgbClr val="369E90"/>
                </a:solidFill>
                <a:latin typeface="Cambria"/>
                <a:cs typeface="Cambria"/>
              </a:rPr>
              <a:t>T</a:t>
            </a:r>
            <a:r>
              <a:rPr dirty="0" sz="1550" spc="-70">
                <a:solidFill>
                  <a:srgbClr val="369E90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428E60"/>
                </a:solidFill>
                <a:latin typeface="Cambria"/>
                <a:cs typeface="Cambria"/>
              </a:rPr>
              <a:t>1</a:t>
            </a:r>
            <a:r>
              <a:rPr dirty="0" sz="1550" spc="-80">
                <a:solidFill>
                  <a:srgbClr val="428E60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189E6B"/>
                </a:solidFill>
                <a:latin typeface="Cambria"/>
                <a:cs typeface="Cambria"/>
              </a:rPr>
              <a:t>0</a:t>
            </a:r>
            <a:r>
              <a:rPr dirty="0" sz="1550" spc="-85">
                <a:solidFill>
                  <a:srgbClr val="189E6B"/>
                </a:solidFill>
                <a:latin typeface="Cambria"/>
                <a:cs typeface="Cambria"/>
              </a:rPr>
              <a:t> </a:t>
            </a:r>
            <a:r>
              <a:rPr dirty="0" sz="1550" spc="-50">
                <a:solidFill>
                  <a:srgbClr val="1F9170"/>
                </a:solidFill>
                <a:latin typeface="Cambria"/>
                <a:cs typeface="Cambria"/>
              </a:rPr>
              <a:t>N</a:t>
            </a:r>
            <a:r>
              <a:rPr dirty="0" sz="1550">
                <a:solidFill>
                  <a:srgbClr val="1F9170"/>
                </a:solidFill>
                <a:latin typeface="Cambria"/>
                <a:cs typeface="Cambria"/>
              </a:rPr>
              <a:t>	</a:t>
            </a:r>
            <a:r>
              <a:rPr dirty="0" sz="1550" spc="-50">
                <a:solidFill>
                  <a:srgbClr val="0A8E5B"/>
                </a:solidFill>
                <a:latin typeface="Cambria"/>
                <a:cs typeface="Cambria"/>
              </a:rPr>
              <a:t>&amp;</a:t>
            </a:r>
            <a:r>
              <a:rPr dirty="0" sz="1550">
                <a:solidFill>
                  <a:srgbClr val="0A8E5B"/>
                </a:solidFill>
                <a:latin typeface="Cambria"/>
                <a:cs typeface="Cambria"/>
              </a:rPr>
              <a:t>	</a:t>
            </a:r>
            <a:r>
              <a:rPr dirty="0" sz="1550" spc="-180">
                <a:solidFill>
                  <a:srgbClr val="269E87"/>
                </a:solidFill>
                <a:latin typeface="Cambria"/>
                <a:cs typeface="Cambria"/>
              </a:rPr>
              <a:t>R</a:t>
            </a:r>
            <a:r>
              <a:rPr dirty="0" sz="1550" spc="-30">
                <a:solidFill>
                  <a:srgbClr val="269E87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00A064"/>
                </a:solidFill>
                <a:latin typeface="Cambria"/>
                <a:cs typeface="Cambria"/>
              </a:rPr>
              <a:t>E</a:t>
            </a:r>
            <a:r>
              <a:rPr dirty="0" sz="1550" spc="-75">
                <a:solidFill>
                  <a:srgbClr val="00A064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1F8E67"/>
                </a:solidFill>
                <a:latin typeface="Cambria"/>
                <a:cs typeface="Cambria"/>
              </a:rPr>
              <a:t>L</a:t>
            </a:r>
            <a:r>
              <a:rPr dirty="0" sz="1550" spc="-40">
                <a:solidFill>
                  <a:srgbClr val="1F8E67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2FA066"/>
                </a:solidFill>
                <a:latin typeface="Cambria"/>
                <a:cs typeface="Cambria"/>
              </a:rPr>
              <a:t>I</a:t>
            </a:r>
            <a:r>
              <a:rPr dirty="0" sz="1550" spc="275">
                <a:solidFill>
                  <a:srgbClr val="2FA066"/>
                </a:solidFill>
                <a:latin typeface="Cambria"/>
                <a:cs typeface="Cambria"/>
              </a:rPr>
              <a:t> </a:t>
            </a:r>
            <a:r>
              <a:rPr dirty="0" sz="1550" spc="-170">
                <a:solidFill>
                  <a:srgbClr val="218E69"/>
                </a:solidFill>
                <a:latin typeface="Cambria"/>
                <a:cs typeface="Cambria"/>
              </a:rPr>
              <a:t>A</a:t>
            </a:r>
            <a:r>
              <a:rPr dirty="0" sz="1550" spc="-55">
                <a:solidFill>
                  <a:srgbClr val="218E69"/>
                </a:solidFill>
                <a:latin typeface="Cambria"/>
                <a:cs typeface="Cambria"/>
              </a:rPr>
              <a:t> </a:t>
            </a:r>
            <a:r>
              <a:rPr dirty="0" sz="1550" spc="-65">
                <a:solidFill>
                  <a:srgbClr val="0C9A64"/>
                </a:solidFill>
                <a:latin typeface="Cambria"/>
                <a:cs typeface="Cambria"/>
              </a:rPr>
              <a:t>B </a:t>
            </a:r>
            <a:r>
              <a:rPr dirty="0" sz="1550">
                <a:solidFill>
                  <a:srgbClr val="31AA74"/>
                </a:solidFill>
                <a:latin typeface="Cambria"/>
                <a:cs typeface="Cambria"/>
              </a:rPr>
              <a:t>I</a:t>
            </a:r>
            <a:r>
              <a:rPr dirty="0" sz="1550" spc="320">
                <a:solidFill>
                  <a:srgbClr val="31AA74"/>
                </a:solidFill>
                <a:latin typeface="Cambria"/>
                <a:cs typeface="Cambria"/>
              </a:rPr>
              <a:t> </a:t>
            </a:r>
            <a:r>
              <a:rPr dirty="0" sz="1550" spc="-125">
                <a:solidFill>
                  <a:srgbClr val="11956B"/>
                </a:solidFill>
                <a:latin typeface="Cambria"/>
                <a:cs typeface="Cambria"/>
              </a:rPr>
              <a:t>L</a:t>
            </a:r>
            <a:r>
              <a:rPr dirty="0" sz="1550" spc="-15">
                <a:solidFill>
                  <a:srgbClr val="11956B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428E60"/>
                </a:solidFill>
                <a:latin typeface="Cambria"/>
                <a:cs typeface="Cambria"/>
              </a:rPr>
              <a:t>I</a:t>
            </a:r>
            <a:r>
              <a:rPr dirty="0" sz="1550" spc="340">
                <a:solidFill>
                  <a:srgbClr val="428E60"/>
                </a:solidFill>
                <a:latin typeface="Cambria"/>
                <a:cs typeface="Cambria"/>
              </a:rPr>
              <a:t> </a:t>
            </a:r>
            <a:r>
              <a:rPr dirty="0" sz="1550" spc="-114">
                <a:solidFill>
                  <a:srgbClr val="238979"/>
                </a:solidFill>
                <a:latin typeface="Cambria"/>
                <a:cs typeface="Cambria"/>
              </a:rPr>
              <a:t>T</a:t>
            </a:r>
            <a:r>
              <a:rPr dirty="0" sz="1550" spc="-10">
                <a:solidFill>
                  <a:srgbClr val="238979"/>
                </a:solidFill>
                <a:latin typeface="Cambria"/>
                <a:cs typeface="Cambria"/>
              </a:rPr>
              <a:t> </a:t>
            </a:r>
            <a:r>
              <a:rPr dirty="0" sz="1550" spc="-50">
                <a:solidFill>
                  <a:srgbClr val="26A585"/>
                </a:solidFill>
                <a:latin typeface="Cambria"/>
                <a:cs typeface="Cambria"/>
              </a:rPr>
              <a:t>Y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45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 spc="114">
                <a:solidFill>
                  <a:srgbClr val="131313"/>
                </a:solidFill>
                <a:latin typeface="Cambria"/>
                <a:cs typeface="Cambria"/>
              </a:rPr>
              <a:t>If</a:t>
            </a:r>
            <a:r>
              <a:rPr dirty="0" sz="3850" spc="20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3850" spc="-40">
                <a:solidFill>
                  <a:srgbClr val="0E0E0E"/>
                </a:solidFill>
                <a:latin typeface="Cambria"/>
                <a:cs typeface="Cambria"/>
              </a:rPr>
              <a:t>something</a:t>
            </a:r>
            <a:r>
              <a:rPr dirty="0" sz="3850" spc="30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3850">
                <a:latin typeface="Cambria"/>
                <a:cs typeface="Cambria"/>
              </a:rPr>
              <a:t>fails,</a:t>
            </a:r>
            <a:r>
              <a:rPr dirty="0" sz="3850" spc="35">
                <a:latin typeface="Cambria"/>
                <a:cs typeface="Cambria"/>
              </a:rPr>
              <a:t> </a:t>
            </a:r>
            <a:r>
              <a:rPr dirty="0" sz="3850">
                <a:solidFill>
                  <a:srgbClr val="0E0E0E"/>
                </a:solidFill>
                <a:latin typeface="Cambria"/>
                <a:cs typeface="Cambria"/>
              </a:rPr>
              <a:t>planning</a:t>
            </a:r>
            <a:r>
              <a:rPr dirty="0" sz="3850" spc="15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3850" spc="-20">
                <a:solidFill>
                  <a:srgbClr val="131313"/>
                </a:solidFill>
                <a:latin typeface="Cambria"/>
                <a:cs typeface="Cambria"/>
              </a:rPr>
              <a:t>continues</a:t>
            </a:r>
            <a:endParaRPr sz="38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9552" y="5044083"/>
            <a:ext cx="1666239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D4746B"/>
                </a:solidFill>
                <a:latin typeface="Consolas"/>
                <a:cs typeface="Consolas"/>
              </a:rPr>
              <a:t>Gemini </a:t>
            </a:r>
            <a:r>
              <a:rPr dirty="0" sz="1650">
                <a:solidFill>
                  <a:srgbClr val="BF643B"/>
                </a:solidFill>
                <a:latin typeface="Consolas"/>
                <a:cs typeface="Consolas"/>
              </a:rPr>
              <a:t>is</a:t>
            </a:r>
            <a:r>
              <a:rPr dirty="0" sz="1650" spc="30">
                <a:solidFill>
                  <a:srgbClr val="BF643B"/>
                </a:solidFill>
                <a:latin typeface="Consolas"/>
                <a:cs typeface="Consolas"/>
              </a:rPr>
              <a:t> </a:t>
            </a:r>
            <a:r>
              <a:rPr dirty="0" sz="1650" spc="-20">
                <a:solidFill>
                  <a:srgbClr val="CF7762"/>
                </a:solidFill>
                <a:latin typeface="Consolas"/>
                <a:cs typeface="Consolas"/>
              </a:rPr>
              <a:t>down</a:t>
            </a:r>
            <a:endParaRPr sz="16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37269" y="5640923"/>
            <a:ext cx="20040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65">
                <a:solidFill>
                  <a:srgbClr val="C6706E"/>
                </a:solidFill>
                <a:latin typeface="Courier New"/>
                <a:cs typeface="Courier New"/>
              </a:rPr>
              <a:t>Reply</a:t>
            </a:r>
            <a:r>
              <a:rPr dirty="0" sz="1650" spc="-185">
                <a:solidFill>
                  <a:srgbClr val="C6706E"/>
                </a:solidFill>
                <a:latin typeface="Courier New"/>
                <a:cs typeface="Courier New"/>
              </a:rPr>
              <a:t> </a:t>
            </a:r>
            <a:r>
              <a:rPr dirty="0" sz="1650" spc="-20">
                <a:solidFill>
                  <a:srgbClr val="DD5D44"/>
                </a:solidFill>
                <a:latin typeface="Courier New"/>
                <a:cs typeface="Courier New"/>
              </a:rPr>
              <a:t>isn't</a:t>
            </a:r>
            <a:r>
              <a:rPr dirty="0" sz="1650" spc="-195">
                <a:solidFill>
                  <a:srgbClr val="DD5D44"/>
                </a:solidFill>
                <a:latin typeface="Courier New"/>
                <a:cs typeface="Courier New"/>
              </a:rPr>
              <a:t> </a:t>
            </a:r>
            <a:r>
              <a:rPr dirty="0" sz="1650" spc="-80">
                <a:solidFill>
                  <a:srgbClr val="CD6B41"/>
                </a:solidFill>
                <a:latin typeface="Courier New"/>
                <a:cs typeface="Courier New"/>
              </a:rPr>
              <a:t>valid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33843" y="6237764"/>
            <a:ext cx="244157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33119" algn="l"/>
                <a:tab pos="1663064" algn="l"/>
              </a:tabLst>
            </a:pPr>
            <a:r>
              <a:rPr dirty="0" sz="1650" spc="60">
                <a:solidFill>
                  <a:srgbClr val="C16964"/>
                </a:solidFill>
                <a:latin typeface="Cambria"/>
                <a:cs typeface="Cambria"/>
              </a:rPr>
              <a:t>Pant</a:t>
            </a:r>
            <a:r>
              <a:rPr dirty="0" sz="1650">
                <a:solidFill>
                  <a:srgbClr val="C16964"/>
                </a:solidFill>
                <a:latin typeface="Cambria"/>
                <a:cs typeface="Cambria"/>
              </a:rPr>
              <a:t> </a:t>
            </a:r>
            <a:r>
              <a:rPr dirty="0" sz="1650" spc="-25">
                <a:solidFill>
                  <a:srgbClr val="BD676B"/>
                </a:solidFill>
                <a:latin typeface="Cambria"/>
                <a:cs typeface="Cambria"/>
              </a:rPr>
              <a:t>ry</a:t>
            </a:r>
            <a:r>
              <a:rPr dirty="0" sz="1650">
                <a:solidFill>
                  <a:srgbClr val="BD676B"/>
                </a:solidFill>
                <a:latin typeface="Cambria"/>
                <a:cs typeface="Cambria"/>
              </a:rPr>
              <a:t>	</a:t>
            </a:r>
            <a:r>
              <a:rPr dirty="0" sz="1650" spc="-210">
                <a:solidFill>
                  <a:srgbClr val="B37069"/>
                </a:solidFill>
                <a:latin typeface="Cambria"/>
                <a:cs typeface="Cambria"/>
              </a:rPr>
              <a:t>memo</a:t>
            </a:r>
            <a:r>
              <a:rPr dirty="0" sz="1650" spc="-80">
                <a:solidFill>
                  <a:srgbClr val="B37069"/>
                </a:solidFill>
                <a:latin typeface="Cambria"/>
                <a:cs typeface="Cambria"/>
              </a:rPr>
              <a:t> </a:t>
            </a:r>
            <a:r>
              <a:rPr dirty="0" sz="1650" spc="-25">
                <a:solidFill>
                  <a:srgbClr val="B36757"/>
                </a:solidFill>
                <a:latin typeface="Cambria"/>
                <a:cs typeface="Cambria"/>
              </a:rPr>
              <a:t>ry</a:t>
            </a:r>
            <a:r>
              <a:rPr dirty="0" sz="1650">
                <a:solidFill>
                  <a:srgbClr val="B36757"/>
                </a:solidFill>
                <a:latin typeface="Cambria"/>
                <a:cs typeface="Cambria"/>
              </a:rPr>
              <a:t>	</a:t>
            </a:r>
            <a:r>
              <a:rPr dirty="0" sz="1650" spc="65">
                <a:solidFill>
                  <a:srgbClr val="C66E64"/>
                </a:solidFill>
                <a:latin typeface="Cambria"/>
                <a:cs typeface="Cambria"/>
              </a:rPr>
              <a:t>o</a:t>
            </a:r>
            <a:r>
              <a:rPr dirty="0" sz="1650" spc="65">
                <a:solidFill>
                  <a:srgbClr val="CD6233"/>
                </a:solidFill>
                <a:latin typeface="Cambria"/>
                <a:cs typeface="Cambria"/>
              </a:rPr>
              <a:t>f</a:t>
            </a:r>
            <a:r>
              <a:rPr dirty="0" sz="1650" spc="55">
                <a:solidFill>
                  <a:srgbClr val="CD6233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D16042"/>
                </a:solidFill>
                <a:latin typeface="Cambria"/>
                <a:cs typeface="Cambria"/>
              </a:rPr>
              <a:t>ft</a:t>
            </a:r>
            <a:r>
              <a:rPr dirty="0" sz="1650" spc="415">
                <a:solidFill>
                  <a:srgbClr val="D16042"/>
                </a:solidFill>
                <a:latin typeface="Cambria"/>
                <a:cs typeface="Cambria"/>
              </a:rPr>
              <a:t> </a:t>
            </a:r>
            <a:r>
              <a:rPr dirty="0" sz="1650" spc="-25">
                <a:solidFill>
                  <a:srgbClr val="CA5D41"/>
                </a:solidFill>
                <a:latin typeface="Cambria"/>
                <a:cs typeface="Cambria"/>
              </a:rPr>
              <a:t>ine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2876" y="6818244"/>
            <a:ext cx="21386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5805" algn="l"/>
                <a:tab pos="1556385" algn="l"/>
              </a:tabLst>
            </a:pPr>
            <a:r>
              <a:rPr dirty="0" sz="1800" spc="-160">
                <a:solidFill>
                  <a:srgbClr val="C16754"/>
                </a:solidFill>
                <a:latin typeface="Cambria"/>
                <a:cs typeface="Cambria"/>
              </a:rPr>
              <a:t>P</a:t>
            </a:r>
            <a:r>
              <a:rPr dirty="0" sz="1800" spc="-190">
                <a:solidFill>
                  <a:srgbClr val="C16754"/>
                </a:solidFill>
                <a:latin typeface="Cambria"/>
                <a:cs typeface="Cambria"/>
              </a:rPr>
              <a:t> </a:t>
            </a:r>
            <a:r>
              <a:rPr dirty="0" sz="1800" spc="125">
                <a:solidFill>
                  <a:srgbClr val="B8705D"/>
                </a:solidFill>
                <a:latin typeface="Cambria"/>
                <a:cs typeface="Cambria"/>
              </a:rPr>
              <a:t>rice</a:t>
            </a:r>
            <a:r>
              <a:rPr dirty="0" sz="1800">
                <a:solidFill>
                  <a:srgbClr val="B8705D"/>
                </a:solidFill>
                <a:latin typeface="Cambria"/>
                <a:cs typeface="Cambria"/>
              </a:rPr>
              <a:t>	</a:t>
            </a:r>
            <a:r>
              <a:rPr dirty="0" sz="1800" spc="-10">
                <a:solidFill>
                  <a:srgbClr val="C8664D"/>
                </a:solidFill>
                <a:latin typeface="Cambria"/>
                <a:cs typeface="Cambria"/>
              </a:rPr>
              <a:t>lookup</a:t>
            </a:r>
            <a:r>
              <a:rPr dirty="0" sz="1800">
                <a:solidFill>
                  <a:srgbClr val="C8664D"/>
                </a:solidFill>
                <a:latin typeface="Cambria"/>
                <a:cs typeface="Cambria"/>
              </a:rPr>
              <a:t>	</a:t>
            </a:r>
            <a:r>
              <a:rPr dirty="0" sz="1800" spc="280">
                <a:solidFill>
                  <a:srgbClr val="DD5B38"/>
                </a:solidFill>
                <a:latin typeface="Cambria"/>
                <a:cs typeface="Cambria"/>
              </a:rPr>
              <a:t>fall</a:t>
            </a:r>
            <a:r>
              <a:rPr dirty="0" sz="1800" spc="-245">
                <a:solidFill>
                  <a:srgbClr val="DD5B38"/>
                </a:solidFill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B56959"/>
                </a:solidFill>
                <a:latin typeface="Cambria"/>
                <a:cs typeface="Cambria"/>
              </a:rPr>
              <a:t>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35193" y="7447805"/>
            <a:ext cx="2602865" cy="8616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6555" algn="l"/>
                <a:tab pos="1202055" algn="l"/>
                <a:tab pos="2026285" algn="l"/>
              </a:tabLst>
            </a:pPr>
            <a:r>
              <a:rPr dirty="0" sz="1550" spc="-25">
                <a:solidFill>
                  <a:srgbClr val="C66D67"/>
                </a:solidFill>
                <a:latin typeface="Cambria"/>
                <a:cs typeface="Cambria"/>
              </a:rPr>
              <a:t>No</a:t>
            </a:r>
            <a:r>
              <a:rPr dirty="0" sz="1550">
                <a:solidFill>
                  <a:srgbClr val="C66D67"/>
                </a:solidFill>
                <a:latin typeface="Cambria"/>
                <a:cs typeface="Cambria"/>
              </a:rPr>
              <a:t>	</a:t>
            </a:r>
            <a:r>
              <a:rPr dirty="0" sz="1550">
                <a:solidFill>
                  <a:srgbClr val="C46954"/>
                </a:solidFill>
                <a:latin typeface="Cambria"/>
                <a:cs typeface="Cambria"/>
              </a:rPr>
              <a:t>nea</a:t>
            </a:r>
            <a:r>
              <a:rPr dirty="0" sz="1550" spc="95">
                <a:solidFill>
                  <a:srgbClr val="C46954"/>
                </a:solidFill>
                <a:latin typeface="Cambria"/>
                <a:cs typeface="Cambria"/>
              </a:rPr>
              <a:t> </a:t>
            </a:r>
            <a:r>
              <a:rPr dirty="0" sz="1550" spc="45">
                <a:solidFill>
                  <a:srgbClr val="AC7066"/>
                </a:solidFill>
                <a:latin typeface="Cambria"/>
                <a:cs typeface="Cambria"/>
              </a:rPr>
              <a:t>rby</a:t>
            </a:r>
            <a:r>
              <a:rPr dirty="0" sz="1550">
                <a:solidFill>
                  <a:srgbClr val="AC7066"/>
                </a:solidFill>
                <a:latin typeface="Cambria"/>
                <a:cs typeface="Cambria"/>
              </a:rPr>
              <a:t>	</a:t>
            </a:r>
            <a:r>
              <a:rPr dirty="0" sz="1550" spc="120">
                <a:solidFill>
                  <a:srgbClr val="D8724F"/>
                </a:solidFill>
                <a:latin typeface="Cambria"/>
                <a:cs typeface="Cambria"/>
              </a:rPr>
              <a:t>p\aces</a:t>
            </a:r>
            <a:r>
              <a:rPr dirty="0" sz="1550">
                <a:solidFill>
                  <a:srgbClr val="D8724F"/>
                </a:solidFill>
                <a:latin typeface="Cambria"/>
                <a:cs typeface="Cambria"/>
              </a:rPr>
              <a:t>	</a:t>
            </a:r>
            <a:r>
              <a:rPr dirty="0" sz="1550" spc="90">
                <a:solidFill>
                  <a:srgbClr val="E26444"/>
                </a:solidFill>
                <a:latin typeface="Cambria"/>
                <a:cs typeface="Cambria"/>
              </a:rPr>
              <a:t>found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550">
              <a:latin typeface="Cambria"/>
              <a:cs typeface="Cambria"/>
            </a:endParaRPr>
          </a:p>
          <a:p>
            <a:pPr marL="13335">
              <a:lnSpc>
                <a:spcPct val="100000"/>
              </a:lnSpc>
              <a:tabLst>
                <a:tab pos="1207135" algn="l"/>
              </a:tabLst>
            </a:pPr>
            <a:r>
              <a:rPr dirty="0" sz="1650" spc="-40">
                <a:solidFill>
                  <a:srgbClr val="CC6E4B"/>
                </a:solidFill>
                <a:latin typeface="Arial MT"/>
                <a:cs typeface="Arial MT"/>
              </a:rPr>
              <a:t>One</a:t>
            </a:r>
            <a:r>
              <a:rPr dirty="0" sz="1650" spc="254">
                <a:solidFill>
                  <a:srgbClr val="CC6E4B"/>
                </a:solidFill>
                <a:latin typeface="Arial MT"/>
                <a:cs typeface="Arial MT"/>
              </a:rPr>
              <a:t> </a:t>
            </a:r>
            <a:r>
              <a:rPr dirty="0" sz="1650" spc="30">
                <a:solidFill>
                  <a:srgbClr val="DF6256"/>
                </a:solidFill>
                <a:latin typeface="Arial MT"/>
                <a:cs typeface="Arial MT"/>
              </a:rPr>
              <a:t>agent</a:t>
            </a:r>
            <a:r>
              <a:rPr dirty="0" sz="1650">
                <a:solidFill>
                  <a:srgbClr val="DF6256"/>
                </a:solidFill>
                <a:latin typeface="Arial MT"/>
                <a:cs typeface="Arial MT"/>
              </a:rPr>
              <a:t>	</a:t>
            </a:r>
            <a:r>
              <a:rPr dirty="0" sz="1650" spc="275">
                <a:solidFill>
                  <a:srgbClr val="BF676E"/>
                </a:solidFill>
                <a:latin typeface="Arial MT"/>
                <a:cs typeface="Arial MT"/>
              </a:rPr>
              <a:t>fails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28733" y="5027722"/>
            <a:ext cx="46374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B5B5B"/>
                </a:solidFill>
                <a:latin typeface="Cambria"/>
                <a:cs typeface="Cambria"/>
              </a:rPr>
              <a:t>Cached</a:t>
            </a:r>
            <a:r>
              <a:rPr dirty="0" sz="1800" spc="170">
                <a:solidFill>
                  <a:srgbClr val="5B5B5B"/>
                </a:solidFill>
                <a:latin typeface="Cambria"/>
                <a:cs typeface="Cambria"/>
              </a:rPr>
              <a:t> </a:t>
            </a:r>
            <a:r>
              <a:rPr dirty="0" sz="1800" spc="-55">
                <a:solidFill>
                  <a:srgbClr val="545454"/>
                </a:solidFill>
                <a:latin typeface="Cambria"/>
                <a:cs typeface="Cambria"/>
              </a:rPr>
              <a:t>templates</a:t>
            </a:r>
            <a:r>
              <a:rPr dirty="0" sz="1800" spc="120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solidFill>
                  <a:srgbClr val="4D4D4D"/>
                </a:solidFill>
                <a:latin typeface="Cambria"/>
                <a:cs typeface="Cambria"/>
              </a:rPr>
              <a:t>generate</a:t>
            </a:r>
            <a:r>
              <a:rPr dirty="0" sz="1800" spc="95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77939C"/>
                </a:solidFill>
                <a:latin typeface="Cambria"/>
                <a:cs typeface="Cambria"/>
              </a:rPr>
              <a:t>a</a:t>
            </a:r>
            <a:r>
              <a:rPr dirty="0" sz="1800" spc="105">
                <a:solidFill>
                  <a:srgbClr val="77939C"/>
                </a:solidFill>
                <a:latin typeface="Cambria"/>
                <a:cs typeface="Cambria"/>
              </a:rPr>
              <a:t> </a:t>
            </a:r>
            <a:r>
              <a:rPr dirty="0" sz="1800" spc="-10">
                <a:solidFill>
                  <a:srgbClr val="484848"/>
                </a:solidFill>
                <a:latin typeface="Cambria"/>
                <a:cs typeface="Cambria"/>
              </a:rPr>
              <a:t>basic</a:t>
            </a:r>
            <a:r>
              <a:rPr dirty="0" sz="1800" spc="145">
                <a:solidFill>
                  <a:srgbClr val="484848"/>
                </a:solidFill>
                <a:latin typeface="Cambria"/>
                <a:cs typeface="Cambria"/>
              </a:rPr>
              <a:t> </a:t>
            </a:r>
            <a:r>
              <a:rPr dirty="0" sz="1800" spc="-65">
                <a:solidFill>
                  <a:srgbClr val="646464"/>
                </a:solidFill>
                <a:latin typeface="Cambria"/>
                <a:cs typeface="Cambria"/>
              </a:rPr>
              <a:t>plan</a:t>
            </a:r>
            <a:r>
              <a:rPr dirty="0" sz="1800" spc="120">
                <a:solidFill>
                  <a:srgbClr val="646464"/>
                </a:solidFill>
                <a:latin typeface="Cambria"/>
                <a:cs typeface="Cambria"/>
              </a:rPr>
              <a:t> </a:t>
            </a:r>
            <a:r>
              <a:rPr dirty="0" sz="1800" spc="-65">
                <a:solidFill>
                  <a:srgbClr val="4F4F4F"/>
                </a:solidFill>
                <a:latin typeface="Cambria"/>
                <a:cs typeface="Cambria"/>
              </a:rPr>
              <a:t>instanlly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33566" y="5640923"/>
            <a:ext cx="4119879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4D4D4D"/>
                </a:solidFill>
                <a:latin typeface="Cambria"/>
                <a:cs typeface="Cambria"/>
              </a:rPr>
              <a:t>Automatic</a:t>
            </a:r>
            <a:r>
              <a:rPr dirty="0" sz="1650" spc="190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dirty="0" sz="1650" spc="-60">
                <a:solidFill>
                  <a:srgbClr val="525252"/>
                </a:solidFill>
                <a:latin typeface="Cambria"/>
                <a:cs typeface="Cambria"/>
              </a:rPr>
              <a:t>retry</a:t>
            </a:r>
            <a:r>
              <a:rPr dirty="0" sz="1650" spc="95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dirty="0" sz="1650" spc="-50">
                <a:solidFill>
                  <a:srgbClr val="5B5B5B"/>
                </a:solidFill>
                <a:latin typeface="Cambria"/>
                <a:cs typeface="Cambria"/>
              </a:rPr>
              <a:t>with</a:t>
            </a:r>
            <a:r>
              <a:rPr dirty="0" sz="1650" spc="60">
                <a:solidFill>
                  <a:srgbClr val="5B5B5B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595959"/>
                </a:solidFill>
                <a:latin typeface="Cambria"/>
                <a:cs typeface="Cambria"/>
              </a:rPr>
              <a:t>a</a:t>
            </a:r>
            <a:r>
              <a:rPr dirty="0" sz="1650" spc="15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dirty="0" sz="1650" spc="-25">
                <a:solidFill>
                  <a:srgbClr val="494949"/>
                </a:solidFill>
                <a:latin typeface="Cambria"/>
                <a:cs typeface="Cambria"/>
              </a:rPr>
              <a:t>stricter</a:t>
            </a:r>
            <a:r>
              <a:rPr dirty="0" sz="1650" spc="90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dirty="0" sz="1650" spc="-25">
                <a:solidFill>
                  <a:srgbClr val="4F4F4F"/>
                </a:solidFill>
                <a:latin typeface="Cambria"/>
                <a:cs typeface="Cambria"/>
              </a:rPr>
              <a:t>tormat</a:t>
            </a:r>
            <a:r>
              <a:rPr dirty="0" sz="1650" spc="120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dirty="0" sz="1650" spc="-10">
                <a:solidFill>
                  <a:srgbClr val="525252"/>
                </a:solidFill>
                <a:latin typeface="Cambria"/>
                <a:cs typeface="Cambria"/>
              </a:rPr>
              <a:t>prompt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37332" y="6237764"/>
            <a:ext cx="417766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575757"/>
                </a:solidFill>
                <a:latin typeface="Cambria"/>
                <a:cs typeface="Cambria"/>
              </a:rPr>
              <a:t>Falls</a:t>
            </a:r>
            <a:r>
              <a:rPr dirty="0" sz="1650" spc="160">
                <a:solidFill>
                  <a:srgbClr val="575757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545454"/>
                </a:solidFill>
                <a:latin typeface="Cambria"/>
                <a:cs typeface="Cambria"/>
              </a:rPr>
              <a:t>back</a:t>
            </a:r>
            <a:r>
              <a:rPr dirty="0" sz="1650" spc="145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505050"/>
                </a:solidFill>
                <a:latin typeface="Cambria"/>
                <a:cs typeface="Cambria"/>
              </a:rPr>
              <a:t>to</a:t>
            </a:r>
            <a:r>
              <a:rPr dirty="0" sz="1650" spc="50">
                <a:solidFill>
                  <a:srgbClr val="505050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5B5B5B"/>
                </a:solidFill>
                <a:latin typeface="Cambria"/>
                <a:cs typeface="Cambria"/>
              </a:rPr>
              <a:t>the</a:t>
            </a:r>
            <a:r>
              <a:rPr dirty="0" sz="1650" spc="160">
                <a:solidFill>
                  <a:srgbClr val="5B5B5B"/>
                </a:solidFill>
                <a:latin typeface="Cambria"/>
                <a:cs typeface="Cambria"/>
              </a:rPr>
              <a:t> </a:t>
            </a:r>
            <a:r>
              <a:rPr dirty="0" sz="1650">
                <a:solidFill>
                  <a:srgbClr val="4F4F4F"/>
                </a:solidFill>
                <a:latin typeface="Cambria"/>
                <a:cs typeface="Cambria"/>
              </a:rPr>
              <a:t>last</a:t>
            </a:r>
            <a:r>
              <a:rPr dirty="0" sz="1650" spc="180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dirty="0" sz="1650" spc="-20">
                <a:solidFill>
                  <a:srgbClr val="565656"/>
                </a:solidFill>
                <a:latin typeface="Cambria"/>
                <a:cs typeface="Cambria"/>
              </a:rPr>
              <a:t>known</a:t>
            </a:r>
            <a:r>
              <a:rPr dirty="0" sz="1650" spc="260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1650" spc="-30">
                <a:solidFill>
                  <a:srgbClr val="505050"/>
                </a:solidFill>
                <a:latin typeface="Cambria"/>
                <a:cs typeface="Cambria"/>
              </a:rPr>
              <a:t>pantry</a:t>
            </a:r>
            <a:r>
              <a:rPr dirty="0" sz="1650" spc="204">
                <a:solidFill>
                  <a:srgbClr val="505050"/>
                </a:solidFill>
                <a:latin typeface="Cambria"/>
                <a:cs typeface="Cambria"/>
              </a:rPr>
              <a:t> </a:t>
            </a:r>
            <a:r>
              <a:rPr dirty="0" sz="1650" spc="-10">
                <a:solidFill>
                  <a:srgbClr val="4F4F4F"/>
                </a:solidFill>
                <a:latin typeface="Cambria"/>
                <a:cs typeface="Cambria"/>
              </a:rPr>
              <a:t>snapshol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27728" y="6818244"/>
            <a:ext cx="51949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B4B4B"/>
                </a:solidFill>
                <a:latin typeface="Times New Roman"/>
                <a:cs typeface="Times New Roman"/>
              </a:rPr>
              <a:t>Shows</a:t>
            </a:r>
            <a:r>
              <a:rPr dirty="0" sz="1800" spc="10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05050"/>
                </a:solidFill>
                <a:latin typeface="Times New Roman"/>
                <a:cs typeface="Times New Roman"/>
              </a:rPr>
              <a:t>last </a:t>
            </a:r>
            <a:r>
              <a:rPr dirty="0" sz="1800" spc="-30">
                <a:solidFill>
                  <a:srgbClr val="525252"/>
                </a:solidFill>
                <a:latin typeface="Times New Roman"/>
                <a:cs typeface="Times New Roman"/>
              </a:rPr>
              <a:t>verified</a:t>
            </a:r>
            <a:r>
              <a:rPr dirty="0" sz="1800" spc="22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05050"/>
                </a:solidFill>
                <a:latin typeface="Times New Roman"/>
                <a:cs typeface="Times New Roman"/>
              </a:rPr>
              <a:t>prices,</a:t>
            </a:r>
            <a:r>
              <a:rPr dirty="0" sz="1800" spc="125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4D4D4D"/>
                </a:solidFill>
                <a:latin typeface="Times New Roman"/>
                <a:cs typeface="Times New Roman"/>
              </a:rPr>
              <a:t>flagged</a:t>
            </a:r>
            <a:r>
              <a:rPr dirty="0" sz="1800" spc="18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25252"/>
                </a:solidFill>
                <a:latin typeface="Times New Roman"/>
                <a:cs typeface="Times New Roman"/>
              </a:rPr>
              <a:t>as</a:t>
            </a:r>
            <a:r>
              <a:rPr dirty="0" sz="1800" spc="2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F4F4F"/>
                </a:solidFill>
                <a:latin typeface="Times New Roman"/>
                <a:cs typeface="Times New Roman"/>
              </a:rPr>
              <a:t>possibly</a:t>
            </a:r>
            <a:r>
              <a:rPr dirty="0" sz="1800" spc="10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B4B4B"/>
                </a:solidFill>
                <a:latin typeface="Times New Roman"/>
                <a:cs typeface="Times New Roman"/>
              </a:rPr>
              <a:t>ouldated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27728" y="7415084"/>
            <a:ext cx="33223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D4D4D"/>
                </a:solidFill>
                <a:latin typeface="Times New Roman"/>
                <a:cs typeface="Times New Roman"/>
              </a:rPr>
              <a:t>Search</a:t>
            </a:r>
            <a:r>
              <a:rPr dirty="0" sz="1800" spc="36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05050"/>
                </a:solidFill>
                <a:latin typeface="Times New Roman"/>
                <a:cs typeface="Times New Roman"/>
              </a:rPr>
              <a:t>radius</a:t>
            </a:r>
            <a:r>
              <a:rPr dirty="0" sz="1800" spc="114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65656"/>
                </a:solidFill>
                <a:latin typeface="Times New Roman"/>
                <a:cs typeface="Times New Roman"/>
              </a:rPr>
              <a:t>widens</a:t>
            </a:r>
            <a:r>
              <a:rPr dirty="0" sz="1800" spc="13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solidFill>
                  <a:srgbClr val="484848"/>
                </a:solidFill>
                <a:latin typeface="Times New Roman"/>
                <a:cs typeface="Times New Roman"/>
              </a:rPr>
              <a:t>aulomalically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31761" y="8028285"/>
            <a:ext cx="462280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4D4D4D"/>
                </a:solidFill>
                <a:latin typeface="Arial MT"/>
                <a:cs typeface="Arial MT"/>
              </a:rPr>
              <a:t>Orchestrator</a:t>
            </a:r>
            <a:r>
              <a:rPr dirty="0" sz="1650" spc="8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D4D4D"/>
                </a:solidFill>
                <a:latin typeface="Arial MT"/>
                <a:cs typeface="Arial MT"/>
              </a:rPr>
              <a:t>continues</a:t>
            </a:r>
            <a:r>
              <a:rPr dirty="0" sz="1650" spc="10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B4B4B"/>
                </a:solidFill>
                <a:latin typeface="Arial MT"/>
                <a:cs typeface="Arial MT"/>
              </a:rPr>
              <a:t>with</a:t>
            </a:r>
            <a:r>
              <a:rPr dirty="0" sz="1650" spc="-3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dirty="0" sz="1650" spc="-3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4F4F4F"/>
                </a:solidFill>
                <a:latin typeface="Arial MT"/>
                <a:cs typeface="Arial MT"/>
              </a:rPr>
              <a:t>remaining</a:t>
            </a:r>
            <a:r>
              <a:rPr dirty="0" sz="1650" spc="5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05050"/>
                </a:solidFill>
                <a:latin typeface="Arial MT"/>
                <a:cs typeface="Arial MT"/>
              </a:rPr>
              <a:t>agents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0242" y="10664597"/>
            <a:ext cx="14418409" cy="78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855" y="565427"/>
            <a:ext cx="1327184" cy="1806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02055" y="10444708"/>
            <a:ext cx="471189" cy="4711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8913" y="1400869"/>
            <a:ext cx="272288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5609" algn="l"/>
                <a:tab pos="738505" algn="l"/>
                <a:tab pos="1449070" algn="l"/>
                <a:tab pos="1734185" algn="l"/>
              </a:tabLst>
            </a:pPr>
            <a:r>
              <a:rPr dirty="0" sz="1550" spc="65">
                <a:solidFill>
                  <a:srgbClr val="34A87C"/>
                </a:solidFill>
                <a:latin typeface="Times New Roman"/>
                <a:cs typeface="Times New Roman"/>
              </a:rPr>
              <a:t>0</a:t>
            </a:r>
            <a:r>
              <a:rPr dirty="0" sz="1550" spc="-75">
                <a:solidFill>
                  <a:srgbClr val="34A87C"/>
                </a:solidFill>
                <a:latin typeface="Times New Roman"/>
                <a:cs typeface="Times New Roman"/>
              </a:rPr>
              <a:t> </a:t>
            </a:r>
            <a:r>
              <a:rPr dirty="0" sz="1550" spc="15">
                <a:solidFill>
                  <a:srgbClr val="4FBA91"/>
                </a:solidFill>
                <a:latin typeface="Times New Roman"/>
                <a:cs typeface="Times New Roman"/>
              </a:rPr>
              <a:t>6</a:t>
            </a:r>
            <a:r>
              <a:rPr dirty="0" sz="1550">
                <a:solidFill>
                  <a:srgbClr val="4FBA91"/>
                </a:solidFill>
                <a:latin typeface="Times New Roman"/>
                <a:cs typeface="Times New Roman"/>
              </a:rPr>
              <a:t>	</a:t>
            </a:r>
            <a:r>
              <a:rPr dirty="0" sz="1550" spc="50">
                <a:solidFill>
                  <a:srgbClr val="348C66"/>
                </a:solidFill>
                <a:latin typeface="Times New Roman"/>
                <a:cs typeface="Times New Roman"/>
              </a:rPr>
              <a:t>-</a:t>
            </a:r>
            <a:r>
              <a:rPr dirty="0" sz="1550">
                <a:solidFill>
                  <a:srgbClr val="348C66"/>
                </a:solidFill>
                <a:latin typeface="Times New Roman"/>
                <a:cs typeface="Times New Roman"/>
              </a:rPr>
              <a:t>	</a:t>
            </a:r>
            <a:r>
              <a:rPr dirty="0" sz="1550" spc="-350">
                <a:solidFill>
                  <a:srgbClr val="288954"/>
                </a:solidFill>
                <a:latin typeface="Times New Roman"/>
                <a:cs typeface="Times New Roman"/>
              </a:rPr>
              <a:t>D</a:t>
            </a:r>
            <a:r>
              <a:rPr dirty="0" sz="1550" spc="-60">
                <a:solidFill>
                  <a:srgbClr val="288954"/>
                </a:solidFill>
                <a:latin typeface="Times New Roman"/>
                <a:cs typeface="Times New Roman"/>
              </a:rPr>
              <a:t> </a:t>
            </a:r>
            <a:r>
              <a:rPr dirty="0" sz="1550" spc="-180">
                <a:solidFill>
                  <a:srgbClr val="01905B"/>
                </a:solidFill>
                <a:latin typeface="Times New Roman"/>
                <a:cs typeface="Times New Roman"/>
              </a:rPr>
              <a:t>E</a:t>
            </a:r>
            <a:r>
              <a:rPr dirty="0" sz="1550" spc="-85">
                <a:solidFill>
                  <a:srgbClr val="01905B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89E62"/>
                </a:solidFill>
                <a:latin typeface="Times New Roman"/>
                <a:cs typeface="Times New Roman"/>
              </a:rPr>
              <a:t>f'I0</a:t>
            </a:r>
            <a:r>
              <a:rPr dirty="0" sz="1550">
                <a:solidFill>
                  <a:srgbClr val="189E62"/>
                </a:solidFill>
                <a:latin typeface="Times New Roman"/>
                <a:cs typeface="Times New Roman"/>
              </a:rPr>
              <a:t>	</a:t>
            </a:r>
            <a:r>
              <a:rPr dirty="0" sz="1550" spc="-400">
                <a:solidFill>
                  <a:srgbClr val="0FA36E"/>
                </a:solidFill>
                <a:latin typeface="Times New Roman"/>
                <a:cs typeface="Times New Roman"/>
              </a:rPr>
              <a:t>&amp;</a:t>
            </a:r>
            <a:r>
              <a:rPr dirty="0" sz="1550">
                <a:solidFill>
                  <a:srgbClr val="0FA36E"/>
                </a:solidFill>
                <a:latin typeface="Times New Roman"/>
                <a:cs typeface="Times New Roman"/>
              </a:rPr>
              <a:t>	</a:t>
            </a:r>
            <a:r>
              <a:rPr dirty="0" sz="1550" spc="-400">
                <a:solidFill>
                  <a:srgbClr val="18A775"/>
                </a:solidFill>
                <a:latin typeface="Times New Roman"/>
                <a:cs typeface="Times New Roman"/>
              </a:rPr>
              <a:t>IN</a:t>
            </a:r>
            <a:r>
              <a:rPr dirty="0" sz="1550" spc="-65">
                <a:solidFill>
                  <a:srgbClr val="18A775"/>
                </a:solidFill>
                <a:latin typeface="Times New Roman"/>
                <a:cs typeface="Times New Roman"/>
              </a:rPr>
              <a:t> </a:t>
            </a:r>
            <a:r>
              <a:rPr dirty="0" sz="1550" spc="-254">
                <a:solidFill>
                  <a:srgbClr val="269E87"/>
                </a:solidFill>
                <a:latin typeface="Times New Roman"/>
                <a:cs typeface="Times New Roman"/>
              </a:rPr>
              <a:t>R</a:t>
            </a:r>
            <a:r>
              <a:rPr dirty="0" sz="1550" spc="-55">
                <a:solidFill>
                  <a:srgbClr val="269E87"/>
                </a:solidFill>
                <a:latin typeface="Times New Roman"/>
                <a:cs typeface="Times New Roman"/>
              </a:rPr>
              <a:t> </a:t>
            </a:r>
            <a:r>
              <a:rPr dirty="0" sz="1550" spc="-330">
                <a:solidFill>
                  <a:srgbClr val="0A9362"/>
                </a:solidFill>
                <a:latin typeface="Times New Roman"/>
                <a:cs typeface="Times New Roman"/>
              </a:rPr>
              <a:t>A</a:t>
            </a:r>
            <a:r>
              <a:rPr dirty="0" sz="1550" spc="-30">
                <a:solidFill>
                  <a:srgbClr val="0A9362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059366"/>
                </a:solidFill>
                <a:latin typeface="Times New Roman"/>
                <a:cs typeface="Times New Roman"/>
              </a:rPr>
              <a:t>P</a:t>
            </a:r>
            <a:r>
              <a:rPr dirty="0" sz="1550" spc="-55">
                <a:solidFill>
                  <a:srgbClr val="059366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388E6B"/>
                </a:solidFill>
                <a:latin typeface="Times New Roman"/>
                <a:cs typeface="Times New Roman"/>
              </a:rPr>
              <a:t>-</a:t>
            </a:r>
            <a:r>
              <a:rPr dirty="0" sz="1550" spc="155">
                <a:solidFill>
                  <a:srgbClr val="388E6B"/>
                </a:solidFill>
                <a:latin typeface="Times New Roman"/>
                <a:cs typeface="Times New Roman"/>
              </a:rPr>
              <a:t> </a:t>
            </a:r>
            <a:r>
              <a:rPr dirty="0" sz="1550" spc="-395">
                <a:solidFill>
                  <a:srgbClr val="1A9770"/>
                </a:solidFill>
                <a:latin typeface="Times New Roman"/>
                <a:cs typeface="Times New Roman"/>
              </a:rPr>
              <a:t>U</a:t>
            </a:r>
            <a:r>
              <a:rPr dirty="0" sz="1550" spc="30">
                <a:solidFill>
                  <a:srgbClr val="1A9770"/>
                </a:solidFill>
                <a:latin typeface="Times New Roman"/>
                <a:cs typeface="Times New Roman"/>
              </a:rPr>
              <a:t> </a:t>
            </a:r>
            <a:r>
              <a:rPr dirty="0" sz="1550" spc="-50">
                <a:solidFill>
                  <a:srgbClr val="21AC7C"/>
                </a:solidFill>
                <a:latin typeface="Times New Roman"/>
                <a:cs typeface="Times New Roman"/>
              </a:rPr>
              <a:t>P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0"/>
              </a:spcBef>
            </a:pPr>
            <a:r>
              <a:rPr dirty="0" spc="-20">
                <a:solidFill>
                  <a:srgbClr val="151515"/>
                </a:solidFill>
              </a:rPr>
              <a:t>Demo</a:t>
            </a:r>
            <a:r>
              <a:rPr dirty="0" spc="-210">
                <a:solidFill>
                  <a:srgbClr val="151515"/>
                </a:solidFill>
              </a:rPr>
              <a:t> </a:t>
            </a:r>
            <a:r>
              <a:rPr dirty="0" spc="-10"/>
              <a:t>surfaces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6972" y="4941173"/>
            <a:ext cx="3684904" cy="8515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900" spc="100">
                <a:solidFill>
                  <a:srgbClr val="0E0E0E"/>
                </a:solidFill>
                <a:latin typeface="Times New Roman"/>
                <a:cs typeface="Times New Roman"/>
              </a:rPr>
              <a:t>Chat</a:t>
            </a:r>
            <a:r>
              <a:rPr dirty="0" sz="1900" spc="5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1900" spc="70">
                <a:solidFill>
                  <a:srgbClr val="111111"/>
                </a:solidFill>
                <a:latin typeface="Times New Roman"/>
                <a:cs typeface="Times New Roman"/>
              </a:rPr>
              <a:t>planner</a:t>
            </a:r>
            <a:endParaRPr sz="19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040"/>
              </a:spcBef>
            </a:pP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Ask</a:t>
            </a:r>
            <a:r>
              <a:rPr dirty="0" sz="1550" spc="-5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in</a:t>
            </a:r>
            <a:r>
              <a:rPr dirty="0" sz="1550" spc="-8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plain</a:t>
            </a:r>
            <a:r>
              <a:rPr dirty="0" sz="1550" spc="-3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language,</a:t>
            </a:r>
            <a:r>
              <a:rPr dirty="0" sz="1550" spc="4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95959"/>
                </a:solidFill>
                <a:latin typeface="Arial MT"/>
                <a:cs typeface="Arial MT"/>
              </a:rPr>
              <a:t>get</a:t>
            </a:r>
            <a:r>
              <a:rPr dirty="0" sz="155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550" spc="50">
                <a:solidFill>
                  <a:srgbClr val="566770"/>
                </a:solidFill>
                <a:latin typeface="Arial MT"/>
                <a:cs typeface="Arial MT"/>
              </a:rPr>
              <a:t>a</a:t>
            </a:r>
            <a:r>
              <a:rPr dirty="0" sz="1550" spc="-105">
                <a:solidFill>
                  <a:srgbClr val="56677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full</a:t>
            </a:r>
            <a:r>
              <a:rPr dirty="0" sz="1550" spc="-7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D5D5D"/>
                </a:solidFill>
                <a:latin typeface="Arial MT"/>
                <a:cs typeface="Arial MT"/>
              </a:rPr>
              <a:t>plan</a:t>
            </a:r>
            <a:r>
              <a:rPr dirty="0" sz="1550" spc="-35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505050"/>
                </a:solidFill>
                <a:latin typeface="Arial MT"/>
                <a:cs typeface="Arial MT"/>
              </a:rPr>
              <a:t>back.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3571" y="7761932"/>
            <a:ext cx="5139055" cy="638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215" b="1">
                <a:solidFill>
                  <a:srgbClr val="0F0F0F"/>
                </a:solidFill>
                <a:latin typeface="Times New Roman"/>
                <a:cs typeface="Times New Roman"/>
              </a:rPr>
              <a:t>Memory</a:t>
            </a:r>
            <a:r>
              <a:rPr dirty="0" sz="1550" spc="10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550" spc="155" b="1">
                <a:solidFill>
                  <a:srgbClr val="070707"/>
                </a:solidFill>
                <a:latin typeface="Times New Roman"/>
                <a:cs typeface="Times New Roman"/>
              </a:rPr>
              <a:t>view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550" spc="175">
                <a:solidFill>
                  <a:srgbClr val="545454"/>
                </a:solidFill>
                <a:latin typeface="Times New Roman"/>
                <a:cs typeface="Times New Roman"/>
              </a:rPr>
              <a:t>See</a:t>
            </a:r>
            <a:r>
              <a:rPr dirty="0" sz="1550" spc="14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65656"/>
                </a:solidFill>
                <a:latin typeface="Times New Roman"/>
                <a:cs typeface="Times New Roman"/>
              </a:rPr>
              <a:t>exactly</a:t>
            </a:r>
            <a:r>
              <a:rPr dirty="0" sz="1550" spc="18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25252"/>
                </a:solidFill>
                <a:latin typeface="Times New Roman"/>
                <a:cs typeface="Times New Roman"/>
              </a:rPr>
              <a:t>what</a:t>
            </a:r>
            <a:r>
              <a:rPr dirty="0" sz="1550" spc="18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65656"/>
                </a:solidFill>
                <a:latin typeface="Times New Roman"/>
                <a:cs typeface="Times New Roman"/>
              </a:rPr>
              <a:t>the</a:t>
            </a:r>
            <a:r>
              <a:rPr dirty="0" sz="1550" spc="27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 spc="65">
                <a:solidFill>
                  <a:srgbClr val="4F4F4F"/>
                </a:solidFill>
                <a:latin typeface="Times New Roman"/>
                <a:cs typeface="Times New Roman"/>
              </a:rPr>
              <a:t>system</a:t>
            </a:r>
            <a:r>
              <a:rPr dirty="0" sz="1550" spc="375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525252"/>
                </a:solidFill>
                <a:latin typeface="Times New Roman"/>
                <a:cs typeface="Times New Roman"/>
              </a:rPr>
              <a:t>remembers</a:t>
            </a:r>
            <a:r>
              <a:rPr dirty="0" sz="1550" spc="25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 spc="60">
                <a:solidFill>
                  <a:srgbClr val="4B4B4B"/>
                </a:solidFill>
                <a:latin typeface="Times New Roman"/>
                <a:cs typeface="Times New Roman"/>
              </a:rPr>
              <a:t>about</a:t>
            </a:r>
            <a:r>
              <a:rPr dirty="0" sz="1550" spc="19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25252"/>
                </a:solidFill>
                <a:latin typeface="Times New Roman"/>
                <a:cs typeface="Times New Roman"/>
              </a:rPr>
              <a:t>your</a:t>
            </a:r>
            <a:r>
              <a:rPr dirty="0" sz="1550" spc="30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 spc="40">
                <a:solidFill>
                  <a:srgbClr val="545454"/>
                </a:solidFill>
                <a:latin typeface="Times New Roman"/>
                <a:cs typeface="Times New Roman"/>
              </a:rPr>
              <a:t>home.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9995" y="10558312"/>
            <a:ext cx="711835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53695" algn="l"/>
                <a:tab pos="577850" algn="l"/>
              </a:tabLst>
            </a:pPr>
            <a:r>
              <a:rPr dirty="0" sz="1400">
                <a:solidFill>
                  <a:srgbClr val="898989"/>
                </a:solidFill>
                <a:latin typeface="Times New Roman"/>
                <a:cs typeface="Times New Roman"/>
              </a:rPr>
              <a:t>2</a:t>
            </a:r>
            <a:r>
              <a:rPr dirty="0" sz="1400" spc="-65">
                <a:solidFill>
                  <a:srgbClr val="898989"/>
                </a:solidFill>
                <a:latin typeface="Times New Roman"/>
                <a:cs typeface="Times New Roman"/>
              </a:rPr>
              <a:t> </a:t>
            </a:r>
            <a:r>
              <a:rPr dirty="0" sz="1400" spc="-335">
                <a:solidFill>
                  <a:srgbClr val="909090"/>
                </a:solidFill>
                <a:latin typeface="Times New Roman"/>
                <a:cs typeface="Times New Roman"/>
              </a:rPr>
              <a:t>L</a:t>
            </a:r>
            <a:r>
              <a:rPr dirty="0" sz="1400">
                <a:solidFill>
                  <a:srgbClr val="909090"/>
                </a:solidFill>
                <a:latin typeface="Times New Roman"/>
                <a:cs typeface="Times New Roman"/>
              </a:rPr>
              <a:t>	</a:t>
            </a:r>
            <a:r>
              <a:rPr dirty="0" sz="1400" spc="-50">
                <a:solidFill>
                  <a:srgbClr val="8E8E8E"/>
                </a:solidFill>
                <a:latin typeface="Times New Roman"/>
                <a:cs typeface="Times New Roman"/>
              </a:rPr>
              <a:t>/</a:t>
            </a:r>
            <a:r>
              <a:rPr dirty="0" sz="1400">
                <a:solidFill>
                  <a:srgbClr val="8E8E8E"/>
                </a:solidFill>
                <a:latin typeface="Times New Roman"/>
                <a:cs typeface="Times New Roman"/>
              </a:rPr>
              <a:t>	</a:t>
            </a:r>
            <a:r>
              <a:rPr dirty="0" sz="1400" spc="-204">
                <a:solidFill>
                  <a:srgbClr val="898989"/>
                </a:solidFill>
                <a:latin typeface="Times New Roman"/>
                <a:cs typeface="Times New Roman"/>
              </a:rPr>
              <a:t>22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6822" y="4941173"/>
            <a:ext cx="3059430" cy="8515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900">
                <a:solidFill>
                  <a:srgbClr val="0A0A0A"/>
                </a:solidFill>
                <a:latin typeface="Times New Roman"/>
                <a:cs typeface="Times New Roman"/>
              </a:rPr>
              <a:t>Agents</a:t>
            </a:r>
            <a:r>
              <a:rPr dirty="0" sz="1900" spc="21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111111"/>
                </a:solidFill>
                <a:latin typeface="Times New Roman"/>
                <a:cs typeface="Times New Roman"/>
              </a:rPr>
              <a:t>console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550" spc="-10">
                <a:solidFill>
                  <a:srgbClr val="4F4F4F"/>
                </a:solidFill>
                <a:latin typeface="Arial MT"/>
                <a:cs typeface="Arial MT"/>
              </a:rPr>
              <a:t>Watch </a:t>
            </a:r>
            <a:r>
              <a:rPr dirty="0" sz="1550">
                <a:solidFill>
                  <a:srgbClr val="595959"/>
                </a:solidFill>
                <a:latin typeface="Arial MT"/>
                <a:cs typeface="Arial MT"/>
              </a:rPr>
              <a:t>every</a:t>
            </a:r>
            <a:r>
              <a:rPr dirty="0" sz="155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75757"/>
                </a:solidFill>
                <a:latin typeface="Arial MT"/>
                <a:cs typeface="Arial MT"/>
              </a:rPr>
              <a:t>agent</a:t>
            </a:r>
            <a:r>
              <a:rPr dirty="0" sz="1550" spc="-1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25252"/>
                </a:solidFill>
                <a:latin typeface="Arial MT"/>
                <a:cs typeface="Arial MT"/>
              </a:rPr>
              <a:t>run</a:t>
            </a:r>
            <a:r>
              <a:rPr dirty="0" sz="1550" spc="-8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55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45454"/>
                </a:solidFill>
                <a:latin typeface="Arial MT"/>
                <a:cs typeface="Arial MT"/>
              </a:rPr>
              <a:t>real</a:t>
            </a:r>
            <a:r>
              <a:rPr dirty="0" sz="1550" spc="-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95959"/>
                </a:solidFill>
                <a:latin typeface="Arial MT"/>
                <a:cs typeface="Arial MT"/>
              </a:rPr>
              <a:t>time.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72756" y="7571929"/>
            <a:ext cx="4344670" cy="82804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800" spc="90">
                <a:solidFill>
                  <a:srgbClr val="050505"/>
                </a:solidFill>
                <a:latin typeface="Times New Roman"/>
                <a:cs typeface="Times New Roman"/>
              </a:rPr>
              <a:t>Scenario</a:t>
            </a:r>
            <a:r>
              <a:rPr dirty="0" sz="1800" spc="145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1800" spc="45">
                <a:solidFill>
                  <a:srgbClr val="131313"/>
                </a:solidFill>
                <a:latin typeface="Times New Roman"/>
                <a:cs typeface="Times New Roman"/>
              </a:rPr>
              <a:t>sim</a:t>
            </a:r>
            <a:endParaRPr sz="18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  <a:spcBef>
                <a:spcPts val="1060"/>
              </a:spcBef>
            </a:pPr>
            <a:r>
              <a:rPr dirty="0" sz="1550">
                <a:solidFill>
                  <a:srgbClr val="565656"/>
                </a:solidFill>
                <a:latin typeface="Times New Roman"/>
                <a:cs typeface="Times New Roman"/>
              </a:rPr>
              <a:t>Test</a:t>
            </a:r>
            <a:r>
              <a:rPr dirty="0" sz="1550" spc="18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D5D5D"/>
                </a:solidFill>
                <a:latin typeface="Times New Roman"/>
                <a:cs typeface="Times New Roman"/>
              </a:rPr>
              <a:t>how</a:t>
            </a:r>
            <a:r>
              <a:rPr dirty="0" sz="1550" spc="165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4F4F4F"/>
                </a:solidFill>
                <a:latin typeface="Times New Roman"/>
                <a:cs typeface="Times New Roman"/>
              </a:rPr>
              <a:t>the</a:t>
            </a:r>
            <a:r>
              <a:rPr dirty="0" sz="1550" spc="254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4D4D4D"/>
                </a:solidFill>
                <a:latin typeface="Times New Roman"/>
                <a:cs typeface="Times New Roman"/>
              </a:rPr>
              <a:t>plan</a:t>
            </a:r>
            <a:r>
              <a:rPr dirty="0" sz="1550" spc="31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525252"/>
                </a:solidFill>
                <a:latin typeface="Times New Roman"/>
                <a:cs typeface="Times New Roman"/>
              </a:rPr>
              <a:t>reacts</a:t>
            </a:r>
            <a:r>
              <a:rPr dirty="0" sz="1550" spc="14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65656"/>
                </a:solidFill>
                <a:latin typeface="Times New Roman"/>
                <a:cs typeface="Times New Roman"/>
              </a:rPr>
              <a:t>to</a:t>
            </a:r>
            <a:r>
              <a:rPr dirty="0" sz="1550" spc="105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dirty="0" sz="1550" spc="229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95959"/>
                </a:solidFill>
                <a:latin typeface="Times New Roman"/>
                <a:cs typeface="Times New Roman"/>
              </a:rPr>
              <a:t>storm</a:t>
            </a:r>
            <a:r>
              <a:rPr dirty="0" sz="1550" spc="275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B5B5B"/>
                </a:solidFill>
                <a:latin typeface="Times New Roman"/>
                <a:cs typeface="Times New Roman"/>
              </a:rPr>
              <a:t>or</a:t>
            </a:r>
            <a:r>
              <a:rPr dirty="0" sz="1550" spc="180">
                <a:solidFill>
                  <a:srgbClr val="5B5B5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25252"/>
                </a:solidFill>
                <a:latin typeface="Times New Roman"/>
                <a:cs typeface="Times New Roman"/>
              </a:rPr>
              <a:t>price</a:t>
            </a:r>
            <a:r>
              <a:rPr dirty="0" sz="1550" spc="165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545454"/>
                </a:solidFill>
                <a:latin typeface="Times New Roman"/>
                <a:cs typeface="Times New Roman"/>
              </a:rPr>
              <a:t>spike.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06034" y="5154681"/>
            <a:ext cx="3211195" cy="638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95"/>
              </a:spcBef>
            </a:pPr>
            <a:r>
              <a:rPr dirty="0" sz="1550" spc="150" b="1">
                <a:solidFill>
                  <a:srgbClr val="131313"/>
                </a:solidFill>
                <a:latin typeface="Times New Roman"/>
                <a:cs typeface="Times New Roman"/>
              </a:rPr>
              <a:t>Inventory</a:t>
            </a:r>
            <a:r>
              <a:rPr dirty="0" sz="1550" spc="180" b="1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1550" spc="75" b="1">
                <a:solidFill>
                  <a:srgbClr val="0F0F0F"/>
                </a:solidFill>
                <a:latin typeface="Times New Roman"/>
                <a:cs typeface="Times New Roman"/>
              </a:rPr>
              <a:t>+ </a:t>
            </a:r>
            <a:r>
              <a:rPr dirty="0" sz="1550" spc="-10" b="1">
                <a:solidFill>
                  <a:srgbClr val="181818"/>
                </a:solidFill>
                <a:latin typeface="Times New Roman"/>
                <a:cs typeface="Times New Roman"/>
              </a:rPr>
              <a:t>biTt</a:t>
            </a:r>
            <a:r>
              <a:rPr dirty="0" sz="1550" spc="110" b="1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1550" spc="135" b="1">
                <a:solidFill>
                  <a:srgbClr val="131313"/>
                </a:solidFill>
                <a:latin typeface="Times New Roman"/>
                <a:cs typeface="Times New Roman"/>
              </a:rPr>
              <a:t>scan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550" spc="114">
                <a:solidFill>
                  <a:srgbClr val="545454"/>
                </a:solidFill>
                <a:latin typeface="Times New Roman"/>
                <a:cs typeface="Times New Roman"/>
              </a:rPr>
              <a:t>Snap</a:t>
            </a:r>
            <a:r>
              <a:rPr dirty="0" sz="1550" spc="13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5D5D5D"/>
                </a:solidFill>
                <a:latin typeface="Times New Roman"/>
                <a:cs typeface="Times New Roman"/>
              </a:rPr>
              <a:t>a</a:t>
            </a:r>
            <a:r>
              <a:rPr dirty="0" sz="1550" spc="285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65656"/>
                </a:solidFill>
                <a:latin typeface="Times New Roman"/>
                <a:cs typeface="Times New Roman"/>
              </a:rPr>
              <a:t>receipt,</a:t>
            </a:r>
            <a:r>
              <a:rPr dirty="0" sz="1550" spc="38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505050"/>
                </a:solidFill>
                <a:latin typeface="Times New Roman"/>
                <a:cs typeface="Times New Roman"/>
              </a:rPr>
              <a:t>pantry</a:t>
            </a:r>
            <a:r>
              <a:rPr dirty="0" sz="1550" spc="30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525252"/>
                </a:solidFill>
                <a:latin typeface="Times New Roman"/>
                <a:cs typeface="Times New Roman"/>
              </a:rPr>
              <a:t>updates</a:t>
            </a:r>
            <a:r>
              <a:rPr dirty="0" sz="1550" spc="229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545454"/>
                </a:solidFill>
                <a:latin typeface="Times New Roman"/>
                <a:cs typeface="Times New Roman"/>
              </a:rPr>
              <a:t>itself.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95951" y="7548424"/>
            <a:ext cx="4598670" cy="85153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900">
                <a:solidFill>
                  <a:srgbClr val="0F0F0F"/>
                </a:solidFill>
                <a:latin typeface="Cambria"/>
                <a:cs typeface="Cambria"/>
              </a:rPr>
              <a:t>Health</a:t>
            </a:r>
            <a:r>
              <a:rPr dirty="0" sz="1900" spc="28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1900" spc="-10">
                <a:solidFill>
                  <a:srgbClr val="131313"/>
                </a:solidFill>
                <a:latin typeface="Cambria"/>
                <a:cs typeface="Cambria"/>
              </a:rPr>
              <a:t>check</a:t>
            </a:r>
            <a:endParaRPr sz="1900">
              <a:latin typeface="Cambria"/>
              <a:cs typeface="Cambria"/>
            </a:endParaRPr>
          </a:p>
          <a:p>
            <a:pPr marL="25400">
              <a:lnSpc>
                <a:spcPct val="100000"/>
              </a:lnSpc>
              <a:spcBef>
                <a:spcPts val="1040"/>
              </a:spcBef>
            </a:pPr>
            <a:r>
              <a:rPr dirty="0" sz="1550">
                <a:solidFill>
                  <a:srgbClr val="606060"/>
                </a:solidFill>
                <a:latin typeface="Arial MT"/>
                <a:cs typeface="Arial MT"/>
              </a:rPr>
              <a:t>One</a:t>
            </a:r>
            <a:r>
              <a:rPr dirty="0" sz="1550" spc="-4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glance</a:t>
            </a:r>
            <a:r>
              <a:rPr dirty="0" sz="1550" spc="-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4F4F4F"/>
                </a:solidFill>
                <a:latin typeface="Arial MT"/>
                <a:cs typeface="Arial MT"/>
              </a:rPr>
              <a:t>at</a:t>
            </a:r>
            <a:r>
              <a:rPr dirty="0" sz="1550" spc="-10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B5B5B"/>
                </a:solidFill>
                <a:latin typeface="Arial MT"/>
                <a:cs typeface="Arial MT"/>
              </a:rPr>
              <a:t>the</a:t>
            </a:r>
            <a:r>
              <a:rPr dirty="0" sz="1550" spc="-4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05050"/>
                </a:solidFill>
                <a:latin typeface="Arial MT"/>
                <a:cs typeface="Arial MT"/>
              </a:rPr>
              <a:t>status</a:t>
            </a:r>
            <a:r>
              <a:rPr dirty="0" sz="1550" spc="-1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of</a:t>
            </a:r>
            <a:r>
              <a:rPr dirty="0" sz="1550" spc="-3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565656"/>
                </a:solidFill>
                <a:latin typeface="Arial MT"/>
                <a:cs typeface="Arial MT"/>
              </a:rPr>
              <a:t>every</a:t>
            </a:r>
            <a:r>
              <a:rPr dirty="0" sz="1550" spc="-4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65656"/>
                </a:solidFill>
                <a:latin typeface="Arial MT"/>
                <a:cs typeface="Arial MT"/>
              </a:rPr>
              <a:t>connected</a:t>
            </a:r>
            <a:r>
              <a:rPr dirty="0" sz="1550" spc="1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525252"/>
                </a:solidFill>
                <a:latin typeface="Arial MT"/>
                <a:cs typeface="Arial MT"/>
              </a:rPr>
              <a:t>service.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174798" y="506263"/>
            <a:ext cx="1783714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43890" algn="l"/>
                <a:tab pos="901700" algn="l"/>
              </a:tabLst>
            </a:pPr>
            <a:r>
              <a:rPr dirty="0" sz="1400" spc="-375">
                <a:solidFill>
                  <a:srgbClr val="939393"/>
                </a:solidFill>
                <a:latin typeface="Times New Roman"/>
                <a:cs typeface="Times New Roman"/>
              </a:rPr>
              <a:t>D</a:t>
            </a:r>
            <a:r>
              <a:rPr dirty="0" sz="1400" spc="50">
                <a:solidFill>
                  <a:srgbClr val="939393"/>
                </a:solidFill>
                <a:latin typeface="Times New Roman"/>
                <a:cs typeface="Times New Roman"/>
              </a:rPr>
              <a:t> </a:t>
            </a:r>
            <a:r>
              <a:rPr dirty="0" sz="1400" spc="-210">
                <a:solidFill>
                  <a:srgbClr val="858585"/>
                </a:solidFill>
                <a:latin typeface="Times New Roman"/>
                <a:cs typeface="Times New Roman"/>
              </a:rPr>
              <a:t>E</a:t>
            </a:r>
            <a:r>
              <a:rPr dirty="0" sz="1400" spc="-70">
                <a:solidFill>
                  <a:srgbClr val="858585"/>
                </a:solidFill>
                <a:latin typeface="Times New Roman"/>
                <a:cs typeface="Times New Roman"/>
              </a:rPr>
              <a:t> </a:t>
            </a:r>
            <a:r>
              <a:rPr dirty="0" sz="1400" spc="-575">
                <a:solidFill>
                  <a:srgbClr val="909090"/>
                </a:solidFill>
                <a:latin typeface="Times New Roman"/>
                <a:cs typeface="Times New Roman"/>
              </a:rPr>
              <a:t>M</a:t>
            </a:r>
            <a:r>
              <a:rPr dirty="0" sz="1400" spc="-5">
                <a:solidFill>
                  <a:srgbClr val="909090"/>
                </a:solidFill>
                <a:latin typeface="Times New Roman"/>
                <a:cs typeface="Times New Roman"/>
              </a:rPr>
              <a:t> </a:t>
            </a:r>
            <a:r>
              <a:rPr dirty="0" sz="1400" spc="-50">
                <a:solidFill>
                  <a:srgbClr val="979797"/>
                </a:solidFill>
                <a:latin typeface="Times New Roman"/>
                <a:cs typeface="Times New Roman"/>
              </a:rPr>
              <a:t>0</a:t>
            </a:r>
            <a:r>
              <a:rPr dirty="0" sz="1400">
                <a:solidFill>
                  <a:srgbClr val="979797"/>
                </a:solidFill>
                <a:latin typeface="Times New Roman"/>
                <a:cs typeface="Times New Roman"/>
              </a:rPr>
              <a:t>	</a:t>
            </a:r>
            <a:r>
              <a:rPr dirty="0" sz="1400" spc="-25">
                <a:solidFill>
                  <a:srgbClr val="979797"/>
                </a:solidFill>
                <a:latin typeface="Times New Roman"/>
                <a:cs typeface="Times New Roman"/>
              </a:rPr>
              <a:t>6‹</a:t>
            </a:r>
            <a:r>
              <a:rPr dirty="0" sz="1400">
                <a:solidFill>
                  <a:srgbClr val="979797"/>
                </a:solidFill>
                <a:latin typeface="Times New Roman"/>
                <a:cs typeface="Times New Roman"/>
              </a:rPr>
              <a:t>	</a:t>
            </a:r>
            <a:r>
              <a:rPr dirty="0" sz="1400" spc="-229">
                <a:solidFill>
                  <a:srgbClr val="8CA19C"/>
                </a:solidFill>
                <a:latin typeface="Times New Roman"/>
                <a:cs typeface="Times New Roman"/>
              </a:rPr>
              <a:t>U</a:t>
            </a:r>
            <a:r>
              <a:rPr dirty="0" sz="1400" spc="-55">
                <a:solidFill>
                  <a:srgbClr val="8CA19C"/>
                </a:solidFill>
                <a:latin typeface="Times New Roman"/>
                <a:cs typeface="Times New Roman"/>
              </a:rPr>
              <a:t> </a:t>
            </a:r>
            <a:r>
              <a:rPr dirty="0" sz="1400" spc="-155">
                <a:solidFill>
                  <a:srgbClr val="8C8C8C"/>
                </a:solidFill>
                <a:latin typeface="Times New Roman"/>
                <a:cs typeface="Times New Roman"/>
              </a:rPr>
              <a:t>RA</a:t>
            </a:r>
            <a:r>
              <a:rPr dirty="0" sz="1400" spc="15">
                <a:solidFill>
                  <a:srgbClr val="8C8C8C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8E8E8E"/>
                </a:solidFill>
                <a:latin typeface="Times New Roman"/>
                <a:cs typeface="Times New Roman"/>
              </a:rPr>
              <a:t>P</a:t>
            </a:r>
            <a:r>
              <a:rPr dirty="0" sz="1400" spc="-65">
                <a:solidFill>
                  <a:srgbClr val="8E8E8E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A7A7A7"/>
                </a:solidFill>
                <a:latin typeface="Times New Roman"/>
                <a:cs typeface="Times New Roman"/>
              </a:rPr>
              <a:t>-</a:t>
            </a:r>
            <a:r>
              <a:rPr dirty="0" sz="1400" spc="125">
                <a:solidFill>
                  <a:srgbClr val="A7A7A7"/>
                </a:solidFill>
                <a:latin typeface="Times New Roman"/>
                <a:cs typeface="Times New Roman"/>
              </a:rPr>
              <a:t> </a:t>
            </a:r>
            <a:r>
              <a:rPr dirty="0" sz="1400" spc="-405">
                <a:solidFill>
                  <a:srgbClr val="878787"/>
                </a:solidFill>
                <a:latin typeface="Times New Roman"/>
                <a:cs typeface="Times New Roman"/>
              </a:rPr>
              <a:t>U</a:t>
            </a:r>
            <a:r>
              <a:rPr dirty="0" sz="1400" spc="7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dirty="0" sz="1400" spc="-50">
                <a:solidFill>
                  <a:srgbClr val="8A8A8A"/>
                </a:solidFill>
                <a:latin typeface="Times New Roman"/>
                <a:cs typeface="Times New Roman"/>
              </a:rPr>
              <a:t>P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0242" y="10664597"/>
            <a:ext cx="15140900" cy="78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0561" y="3345447"/>
            <a:ext cx="871701" cy="1649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81928" y="3345447"/>
            <a:ext cx="1437129" cy="1649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78723" y="3329741"/>
            <a:ext cx="1774815" cy="1806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02055" y="10444708"/>
            <a:ext cx="471189" cy="4711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6836" y="473541"/>
            <a:ext cx="133096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0985" indent="-248285">
              <a:lnSpc>
                <a:spcPct val="100000"/>
              </a:lnSpc>
              <a:spcBef>
                <a:spcPts val="125"/>
              </a:spcBef>
              <a:buClr>
                <a:srgbClr val="13935D"/>
              </a:buClr>
              <a:buChar char="•"/>
              <a:tabLst>
                <a:tab pos="260985" algn="l"/>
              </a:tabLst>
            </a:pPr>
            <a:r>
              <a:rPr dirty="0" sz="1650" spc="-110">
                <a:solidFill>
                  <a:srgbClr val="99ACB5"/>
                </a:solidFill>
                <a:latin typeface="Arial MT"/>
                <a:cs typeface="Arial MT"/>
              </a:rPr>
              <a:t>p</a:t>
            </a:r>
            <a:r>
              <a:rPr dirty="0" sz="1650" spc="-210">
                <a:solidFill>
                  <a:srgbClr val="99ACB5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E5E5E"/>
                </a:solidFill>
                <a:latin typeface="Arial MT"/>
                <a:cs typeface="Arial MT"/>
              </a:rPr>
              <a:t>tan</a:t>
            </a:r>
            <a:r>
              <a:rPr dirty="0" sz="1650" spc="195">
                <a:solidFill>
                  <a:srgbClr val="5E5E5E"/>
                </a:solidFill>
                <a:latin typeface="Arial MT"/>
                <a:cs typeface="Arial MT"/>
              </a:rPr>
              <a:t> </a:t>
            </a:r>
            <a:r>
              <a:rPr dirty="0" sz="1650" spc="-114">
                <a:solidFill>
                  <a:srgbClr val="72878A"/>
                </a:solidFill>
                <a:latin typeface="Arial MT"/>
                <a:cs typeface="Arial MT"/>
              </a:rPr>
              <a:t>g</a:t>
            </a:r>
            <a:r>
              <a:rPr dirty="0" sz="1650" spc="-285">
                <a:solidFill>
                  <a:srgbClr val="72878A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8EACB6"/>
                </a:solidFill>
                <a:latin typeface="Arial MT"/>
                <a:cs typeface="Arial MT"/>
              </a:rPr>
              <a:t>o</a:t>
            </a:r>
            <a:r>
              <a:rPr dirty="0" sz="1650" spc="30">
                <a:solidFill>
                  <a:srgbClr val="8EACB6"/>
                </a:solidFill>
                <a:latin typeface="Arial MT"/>
                <a:cs typeface="Arial MT"/>
              </a:rPr>
              <a:t>  </a:t>
            </a:r>
            <a:r>
              <a:rPr dirty="0" sz="1650" spc="-40">
                <a:solidFill>
                  <a:srgbClr val="5D5D5D"/>
                </a:solidFill>
                <a:latin typeface="Arial MT"/>
                <a:cs typeface="Arial MT"/>
              </a:rPr>
              <a:t>AI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6102" y="10525591"/>
            <a:ext cx="823594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90">
                <a:solidFill>
                  <a:srgbClr val="898989"/>
                </a:solidFill>
                <a:latin typeface="Courier New"/>
                <a:cs typeface="Courier New"/>
              </a:rPr>
              <a:t>22</a:t>
            </a:r>
            <a:r>
              <a:rPr dirty="0" sz="1650" spc="-210">
                <a:solidFill>
                  <a:srgbClr val="898989"/>
                </a:solidFill>
                <a:latin typeface="Courier New"/>
                <a:cs typeface="Courier New"/>
              </a:rPr>
              <a:t> </a:t>
            </a:r>
            <a:r>
              <a:rPr dirty="0" sz="1650">
                <a:solidFill>
                  <a:srgbClr val="8E8E8E"/>
                </a:solidFill>
                <a:latin typeface="Courier New"/>
                <a:cs typeface="Courier New"/>
              </a:rPr>
              <a:t>/</a:t>
            </a:r>
            <a:r>
              <a:rPr dirty="0" sz="1650" spc="-130">
                <a:solidFill>
                  <a:srgbClr val="8E8E8E"/>
                </a:solidFill>
                <a:latin typeface="Courier New"/>
                <a:cs typeface="Courier New"/>
              </a:rPr>
              <a:t> </a:t>
            </a:r>
            <a:r>
              <a:rPr dirty="0" sz="1650" spc="-35">
                <a:solidFill>
                  <a:srgbClr val="898989"/>
                </a:solidFill>
                <a:latin typeface="Courier New"/>
                <a:cs typeface="Courier New"/>
              </a:rPr>
              <a:t>22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781725" y="3921080"/>
            <a:ext cx="4538980" cy="1459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400" spc="-215">
                <a:solidFill>
                  <a:srgbClr val="181818"/>
                </a:solidFill>
              </a:rPr>
              <a:t>plango</a:t>
            </a:r>
            <a:r>
              <a:rPr dirty="0" sz="9400" spc="-545">
                <a:solidFill>
                  <a:srgbClr val="181818"/>
                </a:solidFill>
              </a:rPr>
              <a:t> </a:t>
            </a:r>
            <a:r>
              <a:rPr dirty="0" sz="9400" spc="-290">
                <a:solidFill>
                  <a:srgbClr val="0E9C64"/>
                </a:solidFill>
              </a:rPr>
              <a:t>AI</a:t>
            </a:r>
            <a:endParaRPr sz="9400"/>
          </a:p>
        </p:txBody>
      </p:sp>
      <p:sp>
        <p:nvSpPr>
          <p:cNvPr id="10" name="object 10"/>
          <p:cNvSpPr txBox="1"/>
          <p:nvPr/>
        </p:nvSpPr>
        <p:spPr>
          <a:xfrm>
            <a:off x="4974695" y="5697859"/>
            <a:ext cx="10137140" cy="1125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4890" marR="5080" indent="-1012825">
              <a:lnSpc>
                <a:spcPct val="128800"/>
              </a:lnSpc>
              <a:spcBef>
                <a:spcPts val="95"/>
              </a:spcBef>
            </a:pPr>
            <a:r>
              <a:rPr dirty="0" sz="2800" spc="114" i="1">
                <a:solidFill>
                  <a:srgbClr val="545454"/>
                </a:solidFill>
                <a:latin typeface="Cambria"/>
                <a:cs typeface="Cambria"/>
              </a:rPr>
              <a:t>A</a:t>
            </a:r>
            <a:r>
              <a:rPr dirty="0" sz="2800" spc="-155" i="1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2800" spc="-145" i="1">
                <a:solidFill>
                  <a:srgbClr val="4D4D4D"/>
                </a:solidFill>
                <a:latin typeface="Cambria"/>
                <a:cs typeface="Cambria"/>
              </a:rPr>
              <a:t>multi-</a:t>
            </a:r>
            <a:r>
              <a:rPr dirty="0" sz="2800" spc="-80" i="1">
                <a:solidFill>
                  <a:srgbClr val="4D4D4D"/>
                </a:solidFill>
                <a:latin typeface="Cambria"/>
                <a:cs typeface="Cambria"/>
              </a:rPr>
              <a:t>agent</a:t>
            </a:r>
            <a:r>
              <a:rPr dirty="0" sz="2800" spc="140" i="1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dirty="0" sz="2800" spc="-110" i="1">
                <a:solidFill>
                  <a:srgbClr val="565656"/>
                </a:solidFill>
                <a:latin typeface="Cambria"/>
                <a:cs typeface="Cambria"/>
              </a:rPr>
              <a:t>grocery</a:t>
            </a:r>
            <a:r>
              <a:rPr dirty="0" sz="2800" spc="-30" i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2800" spc="-105" i="1">
                <a:solidFill>
                  <a:srgbClr val="494949"/>
                </a:solidFill>
                <a:latin typeface="Cambria"/>
                <a:cs typeface="Cambria"/>
              </a:rPr>
              <a:t>assistant</a:t>
            </a:r>
            <a:r>
              <a:rPr dirty="0" sz="2800" spc="60" i="1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dirty="0" sz="2800" spc="-145" i="1">
                <a:solidFill>
                  <a:srgbClr val="525252"/>
                </a:solidFill>
                <a:latin typeface="Cambria"/>
                <a:cs typeface="Cambria"/>
              </a:rPr>
              <a:t>that</a:t>
            </a:r>
            <a:r>
              <a:rPr dirty="0" sz="2800" spc="-5" i="1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dirty="0" sz="2800" spc="-125" i="1">
                <a:solidFill>
                  <a:srgbClr val="505050"/>
                </a:solidFill>
                <a:latin typeface="Cambria"/>
                <a:cs typeface="Cambria"/>
              </a:rPr>
              <a:t>remembers</a:t>
            </a:r>
            <a:r>
              <a:rPr dirty="0" sz="2800" spc="260" i="1">
                <a:solidFill>
                  <a:srgbClr val="505050"/>
                </a:solidFill>
                <a:latin typeface="Cambria"/>
                <a:cs typeface="Cambria"/>
              </a:rPr>
              <a:t> </a:t>
            </a:r>
            <a:r>
              <a:rPr dirty="0" sz="2800" spc="-100" i="1">
                <a:solidFill>
                  <a:srgbClr val="4D4D4D"/>
                </a:solidFill>
                <a:latin typeface="Cambria"/>
                <a:cs typeface="Cambria"/>
              </a:rPr>
              <a:t>your</a:t>
            </a:r>
            <a:r>
              <a:rPr dirty="0" sz="2800" spc="-20" i="1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dirty="0" sz="2800" spc="-85" i="1">
                <a:solidFill>
                  <a:srgbClr val="4F4F4F"/>
                </a:solidFill>
                <a:latin typeface="Cambria"/>
                <a:cs typeface="Cambria"/>
              </a:rPr>
              <a:t>home,</a:t>
            </a:r>
            <a:r>
              <a:rPr dirty="0" sz="2800" spc="-70" i="1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dirty="0" sz="2800" spc="-85" i="1">
                <a:solidFill>
                  <a:srgbClr val="4F4F4F"/>
                </a:solidFill>
                <a:latin typeface="Cambria"/>
                <a:cs typeface="Cambria"/>
              </a:rPr>
              <a:t>respects</a:t>
            </a:r>
            <a:r>
              <a:rPr dirty="0" sz="2800" spc="200" i="1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dirty="0" sz="2800" spc="-40" i="1">
                <a:solidFill>
                  <a:srgbClr val="4F4F4F"/>
                </a:solidFill>
                <a:latin typeface="Cambria"/>
                <a:cs typeface="Cambria"/>
              </a:rPr>
              <a:t>your </a:t>
            </a:r>
            <a:r>
              <a:rPr dirty="0" sz="2800" spc="-155" i="1">
                <a:solidFill>
                  <a:srgbClr val="4B4B4B"/>
                </a:solidFill>
                <a:latin typeface="Cambria"/>
                <a:cs typeface="Cambria"/>
              </a:rPr>
              <a:t>family,</a:t>
            </a:r>
            <a:r>
              <a:rPr dirty="0" sz="2800" i="1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dirty="0" sz="2800" spc="-105">
                <a:solidFill>
                  <a:srgbClr val="4F4F4F"/>
                </a:solidFill>
                <a:latin typeface="Cambria"/>
                <a:cs typeface="Cambria"/>
              </a:rPr>
              <a:t>and</a:t>
            </a:r>
            <a:r>
              <a:rPr dirty="0" sz="2800" spc="-50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dirty="0" sz="2800" spc="-95" i="1">
                <a:solidFill>
                  <a:srgbClr val="545454"/>
                </a:solidFill>
                <a:latin typeface="Cambria"/>
                <a:cs typeface="Cambria"/>
              </a:rPr>
              <a:t>keeps</a:t>
            </a:r>
            <a:r>
              <a:rPr dirty="0" sz="2800" spc="-55" i="1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2800" spc="-85" i="1">
                <a:solidFill>
                  <a:srgbClr val="545454"/>
                </a:solidFill>
                <a:latin typeface="Cambria"/>
                <a:cs typeface="Cambria"/>
              </a:rPr>
              <a:t>planning</a:t>
            </a:r>
            <a:r>
              <a:rPr dirty="0" sz="2800" spc="-70" i="1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2800" spc="-70" i="1">
                <a:solidFill>
                  <a:srgbClr val="4F4F4F"/>
                </a:solidFill>
                <a:latin typeface="Cambria"/>
                <a:cs typeface="Cambria"/>
              </a:rPr>
              <a:t>useful</a:t>
            </a:r>
            <a:r>
              <a:rPr dirty="0" sz="2800" i="1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dirty="0" sz="2800" spc="-70" i="1">
                <a:solidFill>
                  <a:srgbClr val="525252"/>
                </a:solidFill>
                <a:latin typeface="Cambria"/>
                <a:cs typeface="Cambria"/>
              </a:rPr>
              <a:t>even</a:t>
            </a:r>
            <a:r>
              <a:rPr dirty="0" sz="2800" spc="-85" i="1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dirty="0" sz="2800" spc="-55" i="1">
                <a:solidFill>
                  <a:srgbClr val="565656"/>
                </a:solidFill>
                <a:latin typeface="Cambria"/>
                <a:cs typeface="Cambria"/>
              </a:rPr>
              <a:t>when</a:t>
            </a:r>
            <a:r>
              <a:rPr dirty="0" sz="2800" spc="265" i="1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2800" spc="-200" i="1">
                <a:solidFill>
                  <a:srgbClr val="545454"/>
                </a:solidFill>
                <a:latin typeface="Cambria"/>
                <a:cs typeface="Cambria"/>
              </a:rPr>
              <a:t>five</a:t>
            </a:r>
            <a:r>
              <a:rPr dirty="0" sz="2800" spc="50" i="1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2800" spc="-70" i="1">
                <a:solidFill>
                  <a:srgbClr val="4D4D4D"/>
                </a:solidFill>
                <a:latin typeface="Cambria"/>
                <a:cs typeface="Cambria"/>
              </a:rPr>
              <a:t>data</a:t>
            </a:r>
            <a:r>
              <a:rPr dirty="0" sz="2800" spc="310" i="1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dirty="0" sz="2800" spc="-10" i="1">
                <a:solidFill>
                  <a:srgbClr val="505050"/>
                </a:solidFill>
                <a:latin typeface="Cambria"/>
                <a:cs typeface="Cambria"/>
              </a:rPr>
              <a:t>fails.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13198" y="7454350"/>
            <a:ext cx="1884045" cy="65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342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6BD1AC"/>
                </a:solidFill>
                <a:latin typeface="Consolas"/>
                <a:cs typeface="Consolas"/>
              </a:rPr>
              <a:t>Questions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  <a:tabLst>
                <a:tab pos="601345" algn="l"/>
              </a:tabLst>
            </a:pPr>
            <a:r>
              <a:rPr dirty="0" sz="1400" spc="-20">
                <a:solidFill>
                  <a:srgbClr val="898989"/>
                </a:solidFill>
                <a:latin typeface="Arial MT"/>
                <a:cs typeface="Arial MT"/>
              </a:rPr>
              <a:t>TEAM</a:t>
            </a:r>
            <a:r>
              <a:rPr dirty="0" sz="1400">
                <a:solidFill>
                  <a:srgbClr val="898989"/>
                </a:solidFill>
                <a:latin typeface="Arial MT"/>
                <a:cs typeface="Arial MT"/>
              </a:rPr>
              <a:t>	</a:t>
            </a:r>
            <a:r>
              <a:rPr dirty="0" sz="1400" spc="-80">
                <a:solidFill>
                  <a:srgbClr val="8E8E8E"/>
                </a:solidFill>
                <a:latin typeface="Arial MT"/>
                <a:cs typeface="Arial MT"/>
              </a:rPr>
              <a:t>T</a:t>
            </a:r>
            <a:r>
              <a:rPr dirty="0" sz="1400" spc="-80">
                <a:solidFill>
                  <a:srgbClr val="828282"/>
                </a:solidFill>
                <a:latin typeface="Arial MT"/>
                <a:cs typeface="Arial MT"/>
              </a:rPr>
              <a:t>E</a:t>
            </a:r>
            <a:r>
              <a:rPr dirty="0" sz="1400" spc="-190">
                <a:solidFill>
                  <a:srgbClr val="828282"/>
                </a:solidFill>
                <a:latin typeface="Arial MT"/>
                <a:cs typeface="Arial MT"/>
              </a:rPr>
              <a:t> </a:t>
            </a:r>
            <a:r>
              <a:rPr dirty="0" sz="1400" spc="-80">
                <a:solidFill>
                  <a:srgbClr val="808080"/>
                </a:solidFill>
                <a:latin typeface="Arial MT"/>
                <a:cs typeface="Arial MT"/>
              </a:rPr>
              <a:t>RRABYT</a:t>
            </a:r>
            <a:r>
              <a:rPr dirty="0" sz="1400" spc="-75">
                <a:solidFill>
                  <a:srgbClr val="808080"/>
                </a:solidFill>
                <a:latin typeface="Arial MT"/>
                <a:cs typeface="Arial MT"/>
              </a:rPr>
              <a:t> </a:t>
            </a:r>
            <a:r>
              <a:rPr dirty="0" sz="1400" spc="-265">
                <a:solidFill>
                  <a:srgbClr val="828282"/>
                </a:solidFill>
                <a:latin typeface="Arial MT"/>
                <a:cs typeface="Arial MT"/>
              </a:rPr>
              <a:t>E</a:t>
            </a:r>
            <a:r>
              <a:rPr dirty="0" sz="1400" spc="-135">
                <a:solidFill>
                  <a:srgbClr val="828282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8E8E8E"/>
                </a:solidFill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39393" y="7454350"/>
            <a:ext cx="1628775" cy="65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339367"/>
                </a:solidFill>
                <a:latin typeface="Consolas"/>
                <a:cs typeface="Consolas"/>
              </a:rPr>
              <a:t>welcome</a:t>
            </a:r>
            <a:endParaRPr sz="1800">
              <a:latin typeface="Consolas"/>
              <a:cs typeface="Consolas"/>
            </a:endParaRPr>
          </a:p>
          <a:p>
            <a:pPr marL="111125">
              <a:lnSpc>
                <a:spcPct val="100000"/>
              </a:lnSpc>
              <a:spcBef>
                <a:spcPts val="1150"/>
              </a:spcBef>
              <a:tabLst>
                <a:tab pos="1173480" algn="l"/>
              </a:tabLst>
            </a:pPr>
            <a:r>
              <a:rPr dirty="0" sz="1400" spc="-225">
                <a:solidFill>
                  <a:srgbClr val="8A8A8A"/>
                </a:solidFill>
                <a:latin typeface="Arial MT"/>
                <a:cs typeface="Arial MT"/>
              </a:rPr>
              <a:t>A</a:t>
            </a:r>
            <a:r>
              <a:rPr dirty="0" sz="1400" spc="-20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1400" spc="-170">
                <a:solidFill>
                  <a:srgbClr val="878787"/>
                </a:solidFill>
                <a:latin typeface="Arial MT"/>
                <a:cs typeface="Arial MT"/>
              </a:rPr>
              <a:t>G</a:t>
            </a:r>
            <a:r>
              <a:rPr dirty="0" sz="1400" spc="-170">
                <a:solidFill>
                  <a:srgbClr val="8C8C8C"/>
                </a:solidFill>
                <a:latin typeface="Arial MT"/>
                <a:cs typeface="Arial MT"/>
              </a:rPr>
              <a:t>E</a:t>
            </a:r>
            <a:r>
              <a:rPr dirty="0" sz="1400" spc="-170">
                <a:solidFill>
                  <a:srgbClr val="898989"/>
                </a:solidFill>
                <a:latin typeface="Arial MT"/>
                <a:cs typeface="Arial MT"/>
              </a:rPr>
              <a:t>N</a:t>
            </a:r>
            <a:r>
              <a:rPr dirty="0" sz="1400" spc="-220">
                <a:solidFill>
                  <a:srgbClr val="89898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8A8A8A"/>
                </a:solidFill>
                <a:latin typeface="Arial MT"/>
                <a:cs typeface="Arial MT"/>
              </a:rPr>
              <a:t>T</a:t>
            </a:r>
            <a:r>
              <a:rPr dirty="0" sz="1400">
                <a:solidFill>
                  <a:srgbClr val="808080"/>
                </a:solidFill>
                <a:latin typeface="Arial MT"/>
                <a:cs typeface="Arial MT"/>
              </a:rPr>
              <a:t>R</a:t>
            </a:r>
            <a:r>
              <a:rPr dirty="0" sz="1400">
                <a:solidFill>
                  <a:srgbClr val="8C8C8C"/>
                </a:solidFill>
                <a:latin typeface="Arial MT"/>
                <a:cs typeface="Arial MT"/>
              </a:rPr>
              <a:t>I</a:t>
            </a:r>
            <a:r>
              <a:rPr dirty="0" sz="1400" spc="165">
                <a:solidFill>
                  <a:srgbClr val="8C8C8C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8A8A8A"/>
                </a:solidFill>
                <a:latin typeface="Arial MT"/>
                <a:cs typeface="Arial MT"/>
              </a:rPr>
              <a:t>X</a:t>
            </a:r>
            <a:r>
              <a:rPr dirty="0" sz="1400">
                <a:solidFill>
                  <a:srgbClr val="8A8A8A"/>
                </a:solidFill>
                <a:latin typeface="Arial MT"/>
                <a:cs typeface="Arial MT"/>
              </a:rPr>
              <a:t>	</a:t>
            </a:r>
            <a:r>
              <a:rPr dirty="0" sz="1400" spc="-75">
                <a:solidFill>
                  <a:srgbClr val="878787"/>
                </a:solidFill>
                <a:latin typeface="Arial MT"/>
                <a:cs typeface="Arial MT"/>
              </a:rPr>
              <a:t>2</a:t>
            </a:r>
            <a:r>
              <a:rPr dirty="0" sz="1400" spc="-185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dirty="0" sz="1400" spc="-70">
                <a:solidFill>
                  <a:srgbClr val="919191"/>
                </a:solidFill>
                <a:latin typeface="Arial MT"/>
                <a:cs typeface="Arial MT"/>
              </a:rPr>
              <a:t>0</a:t>
            </a:r>
            <a:r>
              <a:rPr dirty="0" sz="1400" spc="-160">
                <a:solidFill>
                  <a:srgbClr val="919191"/>
                </a:solidFill>
                <a:latin typeface="Arial MT"/>
                <a:cs typeface="Arial MT"/>
              </a:rPr>
              <a:t> </a:t>
            </a:r>
            <a:r>
              <a:rPr dirty="0" sz="1400" spc="-75">
                <a:solidFill>
                  <a:srgbClr val="959595"/>
                </a:solidFill>
                <a:latin typeface="Arial MT"/>
                <a:cs typeface="Arial MT"/>
              </a:rPr>
              <a:t>2</a:t>
            </a:r>
            <a:r>
              <a:rPr dirty="0" sz="1400" spc="-180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8C8C8C"/>
                </a:solidFill>
                <a:latin typeface="Arial MT"/>
                <a:cs typeface="Arial MT"/>
              </a:rPr>
              <a:t>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064317" y="489902"/>
            <a:ext cx="88582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95">
                <a:solidFill>
                  <a:srgbClr val="8E8E8E"/>
                </a:solidFill>
                <a:latin typeface="Consolas"/>
                <a:cs typeface="Consolas"/>
              </a:rPr>
              <a:t>CLOSING</a:t>
            </a:r>
            <a:endParaRPr sz="15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plango-ai-pitch-deck</dc:title>
  <dcterms:created xsi:type="dcterms:W3CDTF">2026-07-14T11:22:56Z</dcterms:created>
  <dcterms:modified xsi:type="dcterms:W3CDTF">2026-07-14T11:22:56Z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2026-07-14T00:00:00Z</vt:filetime>
  </property>
  <property fmtid="{D5CDD505-2E9C-101B-9397-08002B2CF9AE}" pid="4" name="LastSaved">
    <vt:filetime>2026-07-14T00:00:00Z</vt:filetime>
  </property>
</Properties>
</file>